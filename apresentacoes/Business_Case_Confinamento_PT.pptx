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4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4"/>
    <p:sldMasterId id="2147483781" r:id="rId5"/>
    <p:sldMasterId id="2147483799" r:id="rId6"/>
    <p:sldMasterId id="2147483822" r:id="rId7"/>
    <p:sldMasterId id="2147483845" r:id="rId8"/>
  </p:sldMasterIdLst>
  <p:notesMasterIdLst>
    <p:notesMasterId r:id="rId28"/>
  </p:notesMasterIdLst>
  <p:handoutMasterIdLst>
    <p:handoutMasterId r:id="rId29"/>
  </p:handoutMasterIdLst>
  <p:sldIdLst>
    <p:sldId id="266" r:id="rId9"/>
    <p:sldId id="2142533174" r:id="rId10"/>
    <p:sldId id="2147471976" r:id="rId11"/>
    <p:sldId id="2147471955" r:id="rId12"/>
    <p:sldId id="2147471979" r:id="rId13"/>
    <p:sldId id="2147471956" r:id="rId14"/>
    <p:sldId id="2147471957" r:id="rId15"/>
    <p:sldId id="2147471978" r:id="rId16"/>
    <p:sldId id="2147471964" r:id="rId17"/>
    <p:sldId id="2147471959" r:id="rId18"/>
    <p:sldId id="2147471958" r:id="rId19"/>
    <p:sldId id="2147471960" r:id="rId20"/>
    <p:sldId id="2147471975" r:id="rId21"/>
    <p:sldId id="2147471977" r:id="rId22"/>
    <p:sldId id="2147471974" r:id="rId23"/>
    <p:sldId id="2147471971" r:id="rId24"/>
    <p:sldId id="2147471961" r:id="rId25"/>
    <p:sldId id="2147471967" r:id="rId26"/>
    <p:sldId id="2142533161" r:id="rId2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usiness Case" id="{711401E5-8914-459D-AF74-C6DB851F4612}">
          <p14:sldIdLst>
            <p14:sldId id="266"/>
            <p14:sldId id="2142533174"/>
            <p14:sldId id="2147471976"/>
            <p14:sldId id="2147471955"/>
            <p14:sldId id="2147471979"/>
            <p14:sldId id="2147471956"/>
            <p14:sldId id="2147471957"/>
            <p14:sldId id="2147471978"/>
            <p14:sldId id="2147471964"/>
            <p14:sldId id="2147471959"/>
            <p14:sldId id="2147471958"/>
            <p14:sldId id="2147471960"/>
            <p14:sldId id="2147471975"/>
            <p14:sldId id="2147471977"/>
            <p14:sldId id="2147471974"/>
            <p14:sldId id="2147471971"/>
            <p14:sldId id="2147471961"/>
            <p14:sldId id="2147471967"/>
          </p14:sldIdLst>
        </p14:section>
        <p14:section name="Thanks" id="{31027ED8-5839-4960-BF4E-4DFF1E4889D3}">
          <p14:sldIdLst>
            <p14:sldId id="21425331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11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5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D500"/>
    <a:srgbClr val="00ACA9"/>
    <a:srgbClr val="21B9B5"/>
    <a:srgbClr val="24CAC6"/>
    <a:srgbClr val="153F71"/>
    <a:srgbClr val="EB6109"/>
    <a:srgbClr val="2ED9D5"/>
    <a:srgbClr val="13367C"/>
    <a:srgbClr val="002263"/>
    <a:srgbClr val="D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3113"/>
        <p:guide pos="3840"/>
        <p:guide orient="horz" pos="52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commentAuthors" Target="commentAuthors.xml"/><Relationship Id="rId8" Type="http://schemas.openxmlformats.org/officeDocument/2006/relationships/slideMaster" Target="slideMasters/slideMaster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nutreco1.sharepoint.com/sites/TNLATAM-BusinessServices-BI-TNBrasil/Shared%20Documents/BI%20-%20TN%20Brasil/01%20e-Sales/Confinamento/SalesCube_Confinament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https://nutreco1.sharepoint.com/sites/FeedLot/Shared%20Documents/General/Business%20Case/SalesCube_Confinamento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/>
              <a:t>Sales Profit CORTE</a:t>
            </a:r>
            <a:r>
              <a:rPr lang="pt-BR" baseline="0"/>
              <a:t> 2022 (R$ x1.000.000)</a:t>
            </a:r>
            <a:endParaRPr lang="pt-B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[SalesCube_Confinamento.xlsx]Planilha3!$A$21:$A$24</c:f>
              <c:strCache>
                <c:ptCount val="4"/>
                <c:pt idx="0">
                  <c:v>TOP 100 Confinamentos</c:v>
                </c:pt>
                <c:pt idx="1">
                  <c:v>Pareto 80% (265 contas)</c:v>
                </c:pt>
                <c:pt idx="2">
                  <c:v>Sales Profit Confinamento</c:v>
                </c:pt>
                <c:pt idx="3">
                  <c:v>Sales Profit Total</c:v>
                </c:pt>
              </c:strCache>
            </c:strRef>
          </c:cat>
          <c:val>
            <c:numRef>
              <c:f>[SalesCube_Confinamento.xlsx]Planilha3!$B$21:$B$24</c:f>
              <c:numCache>
                <c:formatCode>General</c:formatCode>
                <c:ptCount val="4"/>
                <c:pt idx="0">
                  <c:v>6.5</c:v>
                </c:pt>
                <c:pt idx="1">
                  <c:v>10.5</c:v>
                </c:pt>
                <c:pt idx="2">
                  <c:v>13</c:v>
                </c:pt>
                <c:pt idx="3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94-4908-A4ED-35BA1044D7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43439055"/>
        <c:axId val="243454415"/>
      </c:barChart>
      <c:catAx>
        <c:axId val="24343905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43454415"/>
        <c:crosses val="autoZero"/>
        <c:auto val="1"/>
        <c:lblAlgn val="ctr"/>
        <c:lblOffset val="100"/>
        <c:noMultiLvlLbl val="0"/>
      </c:catAx>
      <c:valAx>
        <c:axId val="2434544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43439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[SalesCube_Confinamento.xlsx]Planilha3!$C$48:$C$50</cx:f>
        <cx:lvl ptCount="3">
          <cx:pt idx="0">SP não capturado</cx:pt>
          <cx:pt idx="1">SP capturado</cx:pt>
          <cx:pt idx="2">Potencial de Mercado</cx:pt>
        </cx:lvl>
      </cx:strDim>
      <cx:numDim type="val">
        <cx:f>[SalesCube_Confinamento.xlsx]Planilha3!$D$48:$D$50</cx:f>
        <cx:lvl ptCount="3" formatCode="General">
          <cx:pt idx="0">122</cx:pt>
          <cx:pt idx="1">13</cx:pt>
          <cx:pt idx="2">135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pt-BR" sz="1400" b="0" i="0" u="none" strike="noStrike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libri" panose="020F0502020204030204"/>
              </a:rPr>
              <a:t>OGP: Tamanho do Mercado de Confinamento para PX/FM </a:t>
            </a:r>
            <a:r>
              <a:rPr lang="pt-BR" baseline="0">
                <a:effectLst/>
              </a:rPr>
              <a:t>(R$ x1.000.000)</a:t>
            </a:r>
            <a:endParaRPr lang="pt-BR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endParaRPr>
          </a:p>
        </cx:rich>
      </cx:tx>
    </cx:title>
    <cx:plotArea>
      <cx:plotAreaRegion>
        <cx:series layoutId="waterfall" uniqueId="{651593D4-344E-4FFD-A8EF-A072FC24406B}">
          <cx:dataPt idx="0">
            <cx:spPr>
              <a:solidFill>
                <a:srgbClr val="FFC000">
                  <a:lumMod val="40000"/>
                  <a:lumOff val="60000"/>
                </a:srgbClr>
              </a:solidFill>
            </cx:spPr>
          </cx:dataPt>
          <cx:dataLabels pos="out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100" b="1"/>
                </a:pPr>
                <a:endParaRPr lang="pt-BR" sz="1100" b="1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Calibri" panose="020F0502020204030204"/>
                </a:endParaRPr>
              </a:p>
            </cx:txPr>
            <cx:visibility seriesName="0" categoryName="0" value="1"/>
          </cx:dataLabels>
          <cx:dataId val="0"/>
          <cx:layoutPr>
            <cx:visibility connectorLines="1"/>
            <cx:subtotals>
              <cx:idx val="2"/>
            </cx:subtotals>
          </cx:layoutPr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/>
            </a:pPr>
            <a:endParaRPr lang="pt-BR" sz="900" b="1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endParaRPr>
          </a:p>
        </cx:txPr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DB954-714B-4BBA-81F3-FCB30DBC75F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B743EA-AC74-4B39-8F35-6BAAF82E29C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855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C5442-244B-4785-9EFA-DA49CAF31099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B8961-162D-413B-A79F-06D8B6E59E1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628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Principais concorrentes: Cargill e DSM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B8961-162D-413B-A79F-06D8B6E59E1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496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B8961-162D-413B-A79F-06D8B6E59E1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505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.bin"/><Relationship Id="rId4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phic 33">
            <a:extLst>
              <a:ext uri="{FF2B5EF4-FFF2-40B4-BE49-F238E27FC236}">
                <a16:creationId xmlns:a16="http://schemas.microsoft.com/office/drawing/2014/main" id="{9786227B-80BB-EA4E-9B2B-D2C381FF3B7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31" name="Tijdelijke aanduiding voor titel 1">
            <a:extLst>
              <a:ext uri="{FF2B5EF4-FFF2-40B4-BE49-F238E27FC236}">
                <a16:creationId xmlns:a16="http://schemas.microsoft.com/office/drawing/2014/main" id="{4A12C4F2-D96B-FF45-96EB-DD8FB987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20688"/>
            <a:ext cx="7560468" cy="100495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endParaRPr lang="en-GB"/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4BFF9F94-FC6D-8747-BB37-C3B3D00581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2269" y="2002337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066CDEDA-2220-9947-9299-01C2EFAFF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2269" y="2650883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A7007920-763F-8043-BB72-260239EC5F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2269" y="3299429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E455E3F-F4BE-6347-8C6C-E76C842036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2269" y="3947975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083150B-F4BE-1D44-8B4C-C5D21C60DD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2269" y="4596521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244CAE14-3937-114A-967A-4446EAE5A5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2269" y="5245068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4711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phic 33">
            <a:extLst>
              <a:ext uri="{FF2B5EF4-FFF2-40B4-BE49-F238E27FC236}">
                <a16:creationId xmlns:a16="http://schemas.microsoft.com/office/drawing/2014/main" id="{9786227B-80BB-EA4E-9B2B-D2C381FF3B7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31" name="Tijdelijke aanduiding voor titel 1">
            <a:extLst>
              <a:ext uri="{FF2B5EF4-FFF2-40B4-BE49-F238E27FC236}">
                <a16:creationId xmlns:a16="http://schemas.microsoft.com/office/drawing/2014/main" id="{4A12C4F2-D96B-FF45-96EB-DD8FB987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20688"/>
            <a:ext cx="7560468" cy="100495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endParaRPr lang="en-GB"/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4BFF9F94-FC6D-8747-BB37-C3B3D00581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2269" y="2002337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066CDEDA-2220-9947-9299-01C2EFAFF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2269" y="2650883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A7007920-763F-8043-BB72-260239EC5F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2269" y="3299429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E455E3F-F4BE-6347-8C6C-E76C842036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2269" y="3947975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083150B-F4BE-1D44-8B4C-C5D21C60DD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2269" y="4596521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244CAE14-3937-114A-967A-4446EAE5A5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2269" y="5245068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E54BDA7D-3681-7749-B0F0-0AAD6924029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1731" y="2002337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6F1A77A5-FF53-6541-A22F-0473A344E7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91731" y="2650883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DC01623-85D7-4245-825B-3EC9C9428B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91731" y="3299429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A4EC842-C001-4144-89A0-2F4199D20D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91731" y="3947975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314EC56C-F3E0-F944-8ED5-8FAE651C01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1731" y="4596521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71F982CC-C313-0F4D-B613-31BB5A4592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1731" y="5245068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7884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2C2A3F52-B371-A249-8245-62FE1D54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1628775"/>
            <a:ext cx="10512425" cy="41044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189A4C0-6B8D-9B4F-97D9-711B8A1232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2836333"/>
            <a:ext cx="12192000" cy="4021666"/>
          </a:xfrm>
          <a:prstGeom prst="rect">
            <a:avLst/>
          </a:prstGeom>
        </p:spPr>
      </p:pic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9E1B62F1-6F50-CB40-8C23-106780840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52213" y="6237312"/>
            <a:ext cx="839787" cy="620688"/>
          </a:xfrm>
        </p:spPr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196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DB51E749-B850-424C-AB92-7C2F932B8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1628775"/>
            <a:ext cx="10512425" cy="41044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1BE4FA4-35F1-F344-8146-19CA3E7E2D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2836333"/>
            <a:ext cx="12192000" cy="4021666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9326E53-8E27-B44A-A687-44367AE6B7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787" y="505935"/>
            <a:ext cx="7560468" cy="1120937"/>
          </a:xfrm>
        </p:spPr>
        <p:txBody>
          <a:bodyPr lIns="36000" tIns="36000" rIns="36000" bIns="36000">
            <a:noAutofit/>
          </a:bodyPr>
          <a:lstStyle>
            <a:lvl1pPr marL="0" indent="0">
              <a:buFont typeface="Arial" panose="020B0604020202020204" pitchFamily="34" charset="0"/>
              <a:buNone/>
              <a:defRPr sz="4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Nr.</a:t>
            </a:r>
            <a:endParaRPr lang="en-NL"/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B892F52B-8FBA-5B46-BEA2-4CDFC11D03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52213" y="6237312"/>
            <a:ext cx="839787" cy="620688"/>
          </a:xfrm>
        </p:spPr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482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7" cy="1008087"/>
          </a:xfrm>
        </p:spPr>
        <p:txBody>
          <a:bodyPr wrap="square"/>
          <a:lstStyle>
            <a:lvl1pPr algn="l"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7" y="1989138"/>
            <a:ext cx="10512425" cy="3835662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97147C5-1F2E-AA4F-935F-91B1D284EFA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84898B21-2385-7249-AE1D-5F0164D150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52213" y="6237312"/>
            <a:ext cx="839787" cy="620688"/>
          </a:xfrm>
        </p:spPr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098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magen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9DBF49E-C520-FA4C-AF09-F6BE1B7496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16680" cy="199316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1008087"/>
          </a:xfrm>
        </p:spPr>
        <p:txBody>
          <a:bodyPr wrap="square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9787" y="2471487"/>
            <a:ext cx="10512425" cy="3353313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●"/>
              <a:defRPr sz="1800">
                <a:solidFill>
                  <a:schemeClr val="bg1"/>
                </a:solidFill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1800">
                <a:solidFill>
                  <a:schemeClr val="bg1"/>
                </a:solidFill>
              </a:defRPr>
            </a:lvl3pPr>
            <a:lvl4pPr marL="1105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1800">
                <a:solidFill>
                  <a:schemeClr val="bg1"/>
                </a:solidFill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sz="180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pic>
        <p:nvPicPr>
          <p:cNvPr id="11" name="Afbeelding 6">
            <a:extLst>
              <a:ext uri="{FF2B5EF4-FFF2-40B4-BE49-F238E27FC236}">
                <a16:creationId xmlns:a16="http://schemas.microsoft.com/office/drawing/2014/main" id="{A6725147-77B5-5B41-ACE5-8E5CACC458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3181" y="404813"/>
            <a:ext cx="179838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8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magenta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6A7AA9B-7F74-9A48-A811-6EFF4BCBCD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16680" cy="199316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7" y="620689"/>
            <a:ext cx="7560468" cy="1008086"/>
          </a:xfrm>
        </p:spPr>
        <p:txBody>
          <a:bodyPr wrap="square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9883A4C4-39C2-1A48-A213-B07CE48ADA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9788" y="2471486"/>
            <a:ext cx="5040000" cy="3471648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582A036-73F5-504D-951F-453CA289246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12212" y="2471486"/>
            <a:ext cx="5040000" cy="3471648"/>
          </a:xfrm>
          <a:prstGeom prst="roundRect">
            <a:avLst>
              <a:gd name="adj" fmla="val 3688"/>
            </a:avLst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3" name="Afbeelding 6">
            <a:extLst>
              <a:ext uri="{FF2B5EF4-FFF2-40B4-BE49-F238E27FC236}">
                <a16:creationId xmlns:a16="http://schemas.microsoft.com/office/drawing/2014/main" id="{366F41A0-551B-D043-B804-5C46F19170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3181" y="404813"/>
            <a:ext cx="179838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878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2E769B0A-E9EB-5943-B855-A325F32A1BB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7" cy="1008086"/>
          </a:xfrm>
        </p:spPr>
        <p:txBody>
          <a:bodyPr wrap="square"/>
          <a:lstStyle>
            <a:lvl1pPr algn="l"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9" y="1989138"/>
            <a:ext cx="5040000" cy="3835662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7" hasCustomPrompt="1"/>
          </p:nvPr>
        </p:nvSpPr>
        <p:spPr>
          <a:xfrm>
            <a:off x="6306628" y="1989138"/>
            <a:ext cx="5040000" cy="383566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3804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0">
              <a:lnSpc>
                <a:spcPct val="100000"/>
              </a:lnSpc>
              <a:buFont typeface="Arial" charset="0"/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3275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- heavy content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55D84240-28EE-7948-99D5-AE7EAB706D5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7" cy="723722"/>
          </a:xfrm>
        </p:spPr>
        <p:txBody>
          <a:bodyPr wrap="squar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8" y="1989138"/>
            <a:ext cx="5040000" cy="3953996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312212" y="1993489"/>
            <a:ext cx="5040000" cy="3949645"/>
          </a:xfrm>
          <a:prstGeom prst="roundRect">
            <a:avLst>
              <a:gd name="adj" fmla="val 2368"/>
            </a:avLst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1B380C6-263A-1B43-AB8D-F7DE47F80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1366039"/>
            <a:ext cx="7560468" cy="274663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</p:spTree>
    <p:extLst>
      <p:ext uri="{BB962C8B-B14F-4D97-AF65-F5344CB8AC3E}">
        <p14:creationId xmlns:p14="http://schemas.microsoft.com/office/powerpoint/2010/main" val="806319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- heavy content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C90991B3-6F09-8444-8C5B-D8B62875C30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728838"/>
          </a:xfrm>
        </p:spPr>
        <p:txBody>
          <a:bodyPr wrap="squar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8" y="1989138"/>
            <a:ext cx="5040000" cy="3953996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312212" y="3966136"/>
            <a:ext cx="5040000" cy="1980000"/>
          </a:xfrm>
          <a:prstGeom prst="roundRect">
            <a:avLst>
              <a:gd name="adj" fmla="val 4209"/>
            </a:avLst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1366039"/>
            <a:ext cx="7560468" cy="274663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12212" y="1989138"/>
            <a:ext cx="5040000" cy="1800000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415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- half slide imag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71B8DC5-37D7-5E4A-8201-A80B8B1CBCA4}"/>
              </a:ext>
            </a:extLst>
          </p:cNvPr>
          <p:cNvSpPr/>
          <p:nvPr userDrawn="1"/>
        </p:nvSpPr>
        <p:spPr>
          <a:xfrm>
            <a:off x="8796213" y="309511"/>
            <a:ext cx="3227834" cy="944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0" name="Picture Placeholder 119">
            <a:extLst>
              <a:ext uri="{FF2B5EF4-FFF2-40B4-BE49-F238E27FC236}">
                <a16:creationId xmlns:a16="http://schemas.microsoft.com/office/drawing/2014/main" id="{B91075DC-0789-BA4B-B64B-960329635D7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12214" y="0"/>
            <a:ext cx="5880100" cy="6858000"/>
          </a:xfrm>
          <a:custGeom>
            <a:avLst/>
            <a:gdLst>
              <a:gd name="connsiteX0" fmla="*/ 5373878 w 5880100"/>
              <a:gd name="connsiteY0" fmla="*/ 647673 h 6858000"/>
              <a:gd name="connsiteX1" fmla="*/ 5436868 w 5880100"/>
              <a:gd name="connsiteY1" fmla="*/ 722847 h 6858000"/>
              <a:gd name="connsiteX2" fmla="*/ 5349494 w 5880100"/>
              <a:gd name="connsiteY2" fmla="*/ 798021 h 6858000"/>
              <a:gd name="connsiteX3" fmla="*/ 5286505 w 5880100"/>
              <a:gd name="connsiteY3" fmla="*/ 722847 h 6858000"/>
              <a:gd name="connsiteX4" fmla="*/ 5373878 w 5880100"/>
              <a:gd name="connsiteY4" fmla="*/ 647673 h 6858000"/>
              <a:gd name="connsiteX5" fmla="*/ 4933965 w 5880100"/>
              <a:gd name="connsiteY5" fmla="*/ 643608 h 6858000"/>
              <a:gd name="connsiteX6" fmla="*/ 4985779 w 5880100"/>
              <a:gd name="connsiteY6" fmla="*/ 697448 h 6858000"/>
              <a:gd name="connsiteX7" fmla="*/ 4862848 w 5880100"/>
              <a:gd name="connsiteY7" fmla="*/ 697448 h 6858000"/>
              <a:gd name="connsiteX8" fmla="*/ 4933965 w 5880100"/>
              <a:gd name="connsiteY8" fmla="*/ 643608 h 6858000"/>
              <a:gd name="connsiteX9" fmla="*/ 4324386 w 5880100"/>
              <a:gd name="connsiteY9" fmla="*/ 614148 h 6858000"/>
              <a:gd name="connsiteX10" fmla="*/ 4304067 w 5880100"/>
              <a:gd name="connsiteY10" fmla="*/ 738084 h 6858000"/>
              <a:gd name="connsiteX11" fmla="*/ 4381280 w 5880100"/>
              <a:gd name="connsiteY11" fmla="*/ 837640 h 6858000"/>
              <a:gd name="connsiteX12" fmla="*/ 4491004 w 5880100"/>
              <a:gd name="connsiteY12" fmla="*/ 738084 h 6858000"/>
              <a:gd name="connsiteX13" fmla="*/ 4511323 w 5880100"/>
              <a:gd name="connsiteY13" fmla="*/ 614148 h 6858000"/>
              <a:gd name="connsiteX14" fmla="*/ 4468652 w 5880100"/>
              <a:gd name="connsiteY14" fmla="*/ 614148 h 6858000"/>
              <a:gd name="connsiteX15" fmla="*/ 4449349 w 5880100"/>
              <a:gd name="connsiteY15" fmla="*/ 734021 h 6858000"/>
              <a:gd name="connsiteX16" fmla="*/ 4388392 w 5880100"/>
              <a:gd name="connsiteY16" fmla="*/ 799037 h 6858000"/>
              <a:gd name="connsiteX17" fmla="*/ 4347753 w 5880100"/>
              <a:gd name="connsiteY17" fmla="*/ 734021 h 6858000"/>
              <a:gd name="connsiteX18" fmla="*/ 4367057 w 5880100"/>
              <a:gd name="connsiteY18" fmla="*/ 614148 h 6858000"/>
              <a:gd name="connsiteX19" fmla="*/ 5379974 w 5880100"/>
              <a:gd name="connsiteY19" fmla="*/ 608053 h 6858000"/>
              <a:gd name="connsiteX20" fmla="*/ 5243834 w 5880100"/>
              <a:gd name="connsiteY20" fmla="*/ 722847 h 6858000"/>
              <a:gd name="connsiteX21" fmla="*/ 5343399 w 5880100"/>
              <a:gd name="connsiteY21" fmla="*/ 837640 h 6858000"/>
              <a:gd name="connsiteX22" fmla="*/ 5479538 w 5880100"/>
              <a:gd name="connsiteY22" fmla="*/ 722847 h 6858000"/>
              <a:gd name="connsiteX23" fmla="*/ 5379974 w 5880100"/>
              <a:gd name="connsiteY23" fmla="*/ 608053 h 6858000"/>
              <a:gd name="connsiteX24" fmla="*/ 4939045 w 5880100"/>
              <a:gd name="connsiteY24" fmla="*/ 608052 h 6858000"/>
              <a:gd name="connsiteX25" fmla="*/ 4813065 w 5880100"/>
              <a:gd name="connsiteY25" fmla="*/ 724878 h 6858000"/>
              <a:gd name="connsiteX26" fmla="*/ 4903487 w 5880100"/>
              <a:gd name="connsiteY26" fmla="*/ 838655 h 6858000"/>
              <a:gd name="connsiteX27" fmla="*/ 5015243 w 5880100"/>
              <a:gd name="connsiteY27" fmla="*/ 779734 h 6858000"/>
              <a:gd name="connsiteX28" fmla="*/ 4982732 w 5880100"/>
              <a:gd name="connsiteY28" fmla="*/ 759418 h 6858000"/>
              <a:gd name="connsiteX29" fmla="*/ 4909582 w 5880100"/>
              <a:gd name="connsiteY29" fmla="*/ 801068 h 6858000"/>
              <a:gd name="connsiteX30" fmla="*/ 4854720 w 5880100"/>
              <a:gd name="connsiteY30" fmla="*/ 728941 h 6858000"/>
              <a:gd name="connsiteX31" fmla="*/ 5022355 w 5880100"/>
              <a:gd name="connsiteY31" fmla="*/ 728941 h 6858000"/>
              <a:gd name="connsiteX32" fmla="*/ 5023371 w 5880100"/>
              <a:gd name="connsiteY32" fmla="*/ 722845 h 6858000"/>
              <a:gd name="connsiteX33" fmla="*/ 4939045 w 5880100"/>
              <a:gd name="connsiteY33" fmla="*/ 608052 h 6858000"/>
              <a:gd name="connsiteX34" fmla="*/ 5186940 w 5880100"/>
              <a:gd name="connsiteY34" fmla="*/ 607037 h 6858000"/>
              <a:gd name="connsiteX35" fmla="*/ 5047753 w 5880100"/>
              <a:gd name="connsiteY35" fmla="*/ 723863 h 6858000"/>
              <a:gd name="connsiteX36" fmla="*/ 5147317 w 5880100"/>
              <a:gd name="connsiteY36" fmla="*/ 837640 h 6858000"/>
              <a:gd name="connsiteX37" fmla="*/ 5210308 w 5880100"/>
              <a:gd name="connsiteY37" fmla="*/ 823418 h 6858000"/>
              <a:gd name="connsiteX38" fmla="*/ 5218436 w 5880100"/>
              <a:gd name="connsiteY38" fmla="*/ 770593 h 6858000"/>
              <a:gd name="connsiteX39" fmla="*/ 5153413 w 5880100"/>
              <a:gd name="connsiteY39" fmla="*/ 799037 h 6858000"/>
              <a:gd name="connsiteX40" fmla="*/ 5089408 w 5880100"/>
              <a:gd name="connsiteY40" fmla="*/ 721830 h 6858000"/>
              <a:gd name="connsiteX41" fmla="*/ 5174749 w 5880100"/>
              <a:gd name="connsiteY41" fmla="*/ 645640 h 6858000"/>
              <a:gd name="connsiteX42" fmla="*/ 5233675 w 5880100"/>
              <a:gd name="connsiteY42" fmla="*/ 675101 h 6858000"/>
              <a:gd name="connsiteX43" fmla="*/ 5242819 w 5880100"/>
              <a:gd name="connsiteY43" fmla="*/ 621259 h 6858000"/>
              <a:gd name="connsiteX44" fmla="*/ 5186940 w 5880100"/>
              <a:gd name="connsiteY44" fmla="*/ 607037 h 6858000"/>
              <a:gd name="connsiteX45" fmla="*/ 4799858 w 5880100"/>
              <a:gd name="connsiteY45" fmla="*/ 607037 h 6858000"/>
              <a:gd name="connsiteX46" fmla="*/ 4732805 w 5880100"/>
              <a:gd name="connsiteY46" fmla="*/ 648687 h 6858000"/>
              <a:gd name="connsiteX47" fmla="*/ 4731788 w 5880100"/>
              <a:gd name="connsiteY47" fmla="*/ 648687 h 6858000"/>
              <a:gd name="connsiteX48" fmla="*/ 4736868 w 5880100"/>
              <a:gd name="connsiteY48" fmla="*/ 613133 h 6858000"/>
              <a:gd name="connsiteX49" fmla="*/ 4694198 w 5880100"/>
              <a:gd name="connsiteY49" fmla="*/ 613133 h 6858000"/>
              <a:gd name="connsiteX50" fmla="*/ 4659655 w 5880100"/>
              <a:gd name="connsiteY50" fmla="*/ 829513 h 6858000"/>
              <a:gd name="connsiteX51" fmla="*/ 4702326 w 5880100"/>
              <a:gd name="connsiteY51" fmla="*/ 829513 h 6858000"/>
              <a:gd name="connsiteX52" fmla="*/ 4719597 w 5880100"/>
              <a:gd name="connsiteY52" fmla="*/ 722846 h 6858000"/>
              <a:gd name="connsiteX53" fmla="*/ 4783602 w 5880100"/>
              <a:gd name="connsiteY53" fmla="*/ 645640 h 6858000"/>
              <a:gd name="connsiteX54" fmla="*/ 4807986 w 5880100"/>
              <a:gd name="connsiteY54" fmla="*/ 654783 h 6858000"/>
              <a:gd name="connsiteX55" fmla="*/ 4833385 w 5880100"/>
              <a:gd name="connsiteY55" fmla="*/ 617196 h 6858000"/>
              <a:gd name="connsiteX56" fmla="*/ 4799858 w 5880100"/>
              <a:gd name="connsiteY56" fmla="*/ 607037 h 6858000"/>
              <a:gd name="connsiteX57" fmla="*/ 4208566 w 5880100"/>
              <a:gd name="connsiteY57" fmla="*/ 607037 h 6858000"/>
              <a:gd name="connsiteX58" fmla="*/ 4135417 w 5880100"/>
              <a:gd name="connsiteY58" fmla="*/ 642593 h 6858000"/>
              <a:gd name="connsiteX59" fmla="*/ 4140496 w 5880100"/>
              <a:gd name="connsiteY59" fmla="*/ 614149 h 6858000"/>
              <a:gd name="connsiteX60" fmla="*/ 4097826 w 5880100"/>
              <a:gd name="connsiteY60" fmla="*/ 614149 h 6858000"/>
              <a:gd name="connsiteX61" fmla="*/ 4062267 w 5880100"/>
              <a:gd name="connsiteY61" fmla="*/ 829513 h 6858000"/>
              <a:gd name="connsiteX62" fmla="*/ 4104938 w 5880100"/>
              <a:gd name="connsiteY62" fmla="*/ 829513 h 6858000"/>
              <a:gd name="connsiteX63" fmla="*/ 4121193 w 5880100"/>
              <a:gd name="connsiteY63" fmla="*/ 729958 h 6858000"/>
              <a:gd name="connsiteX64" fmla="*/ 4190279 w 5880100"/>
              <a:gd name="connsiteY64" fmla="*/ 643608 h 6858000"/>
              <a:gd name="connsiteX65" fmla="*/ 4228885 w 5880100"/>
              <a:gd name="connsiteY65" fmla="*/ 705577 h 6858000"/>
              <a:gd name="connsiteX66" fmla="*/ 4208566 w 5880100"/>
              <a:gd name="connsiteY66" fmla="*/ 829513 h 6858000"/>
              <a:gd name="connsiteX67" fmla="*/ 4251236 w 5880100"/>
              <a:gd name="connsiteY67" fmla="*/ 829513 h 6858000"/>
              <a:gd name="connsiteX68" fmla="*/ 4271555 w 5880100"/>
              <a:gd name="connsiteY68" fmla="*/ 700498 h 6858000"/>
              <a:gd name="connsiteX69" fmla="*/ 4208566 w 5880100"/>
              <a:gd name="connsiteY69" fmla="*/ 607037 h 6858000"/>
              <a:gd name="connsiteX70" fmla="*/ 4585489 w 5880100"/>
              <a:gd name="connsiteY70" fmla="*/ 545068 h 6858000"/>
              <a:gd name="connsiteX71" fmla="*/ 4574314 w 5880100"/>
              <a:gd name="connsiteY71" fmla="*/ 614148 h 6858000"/>
              <a:gd name="connsiteX72" fmla="*/ 4551962 w 5880100"/>
              <a:gd name="connsiteY72" fmla="*/ 614148 h 6858000"/>
              <a:gd name="connsiteX73" fmla="*/ 4544851 w 5880100"/>
              <a:gd name="connsiteY73" fmla="*/ 652751 h 6858000"/>
              <a:gd name="connsiteX74" fmla="*/ 4568218 w 5880100"/>
              <a:gd name="connsiteY74" fmla="*/ 652751 h 6858000"/>
              <a:gd name="connsiteX75" fmla="*/ 4539771 w 5880100"/>
              <a:gd name="connsiteY75" fmla="*/ 830528 h 6858000"/>
              <a:gd name="connsiteX76" fmla="*/ 4582442 w 5880100"/>
              <a:gd name="connsiteY76" fmla="*/ 830528 h 6858000"/>
              <a:gd name="connsiteX77" fmla="*/ 4610888 w 5880100"/>
              <a:gd name="connsiteY77" fmla="*/ 652751 h 6858000"/>
              <a:gd name="connsiteX78" fmla="*/ 4658639 w 5880100"/>
              <a:gd name="connsiteY78" fmla="*/ 652751 h 6858000"/>
              <a:gd name="connsiteX79" fmla="*/ 4664735 w 5880100"/>
              <a:gd name="connsiteY79" fmla="*/ 614148 h 6858000"/>
              <a:gd name="connsiteX80" fmla="*/ 4616984 w 5880100"/>
              <a:gd name="connsiteY80" fmla="*/ 614148 h 6858000"/>
              <a:gd name="connsiteX81" fmla="*/ 4628160 w 5880100"/>
              <a:gd name="connsiteY81" fmla="*/ 545068 h 6858000"/>
              <a:gd name="connsiteX82" fmla="*/ 4115098 w 5880100"/>
              <a:gd name="connsiteY82" fmla="*/ 404877 h 6858000"/>
              <a:gd name="connsiteX83" fmla="*/ 3999659 w 5880100"/>
              <a:gd name="connsiteY83" fmla="*/ 452877 h 6858000"/>
              <a:gd name="connsiteX84" fmla="*/ 3981748 w 5880100"/>
              <a:gd name="connsiteY84" fmla="*/ 472829 h 6858000"/>
              <a:gd name="connsiteX85" fmla="*/ 3946734 w 5880100"/>
              <a:gd name="connsiteY85" fmla="*/ 480290 h 6858000"/>
              <a:gd name="connsiteX86" fmla="*/ 3800149 w 5880100"/>
              <a:gd name="connsiteY86" fmla="*/ 659861 h 6858000"/>
              <a:gd name="connsiteX87" fmla="*/ 3784909 w 5880100"/>
              <a:gd name="connsiteY87" fmla="*/ 754338 h 6858000"/>
              <a:gd name="connsiteX88" fmla="*/ 3681281 w 5880100"/>
              <a:gd name="connsiteY88" fmla="*/ 980878 h 6858000"/>
              <a:gd name="connsiteX89" fmla="*/ 3851963 w 5880100"/>
              <a:gd name="connsiteY89" fmla="*/ 772624 h 6858000"/>
              <a:gd name="connsiteX90" fmla="*/ 3868219 w 5880100"/>
              <a:gd name="connsiteY90" fmla="*/ 677132 h 6858000"/>
              <a:gd name="connsiteX91" fmla="*/ 3956607 w 5880100"/>
              <a:gd name="connsiteY91" fmla="*/ 482083 h 6858000"/>
              <a:gd name="connsiteX92" fmla="*/ 3972309 w 5880100"/>
              <a:gd name="connsiteY92" fmla="*/ 483344 h 6858000"/>
              <a:gd name="connsiteX93" fmla="*/ 3945797 w 5880100"/>
              <a:gd name="connsiteY93" fmla="*/ 512877 h 6858000"/>
              <a:gd name="connsiteX94" fmla="*/ 3913937 w 5880100"/>
              <a:gd name="connsiteY94" fmla="*/ 596877 h 6858000"/>
              <a:gd name="connsiteX95" fmla="*/ 3887522 w 5880100"/>
              <a:gd name="connsiteY95" fmla="*/ 754338 h 6858000"/>
              <a:gd name="connsiteX96" fmla="*/ 3760526 w 5880100"/>
              <a:gd name="connsiteY96" fmla="*/ 980878 h 6858000"/>
              <a:gd name="connsiteX97" fmla="*/ 3952543 w 5880100"/>
              <a:gd name="connsiteY97" fmla="*/ 788877 h 6858000"/>
              <a:gd name="connsiteX98" fmla="*/ 3982007 w 5880100"/>
              <a:gd name="connsiteY98" fmla="*/ 614148 h 6858000"/>
              <a:gd name="connsiteX99" fmla="*/ 4001104 w 5880100"/>
              <a:gd name="connsiteY99" fmla="*/ 526385 h 6858000"/>
              <a:gd name="connsiteX100" fmla="*/ 4009122 w 5880100"/>
              <a:gd name="connsiteY100" fmla="*/ 502034 h 6858000"/>
              <a:gd name="connsiteX101" fmla="*/ 4027757 w 5880100"/>
              <a:gd name="connsiteY101" fmla="*/ 525512 h 6858000"/>
              <a:gd name="connsiteX102" fmla="*/ 4050076 w 5880100"/>
              <a:gd name="connsiteY102" fmla="*/ 565385 h 6858000"/>
              <a:gd name="connsiteX103" fmla="*/ 4064300 w 5880100"/>
              <a:gd name="connsiteY103" fmla="*/ 496305 h 6858000"/>
              <a:gd name="connsiteX104" fmla="*/ 4040298 w 5880100"/>
              <a:gd name="connsiteY104" fmla="*/ 478020 h 6858000"/>
              <a:gd name="connsiteX105" fmla="*/ 4020982 w 5880100"/>
              <a:gd name="connsiteY105" fmla="*/ 473605 h 6858000"/>
              <a:gd name="connsiteX106" fmla="*/ 4022010 w 5880100"/>
              <a:gd name="connsiteY106" fmla="*/ 471290 h 6858000"/>
              <a:gd name="connsiteX107" fmla="*/ 4070395 w 5880100"/>
              <a:gd name="connsiteY107" fmla="*/ 419099 h 6858000"/>
              <a:gd name="connsiteX108" fmla="*/ 4163864 w 5880100"/>
              <a:gd name="connsiteY108" fmla="*/ 502401 h 6858000"/>
              <a:gd name="connsiteX109" fmla="*/ 4178088 w 5880100"/>
              <a:gd name="connsiteY109" fmla="*/ 433321 h 6858000"/>
              <a:gd name="connsiteX110" fmla="*/ 4115098 w 5880100"/>
              <a:gd name="connsiteY110" fmla="*/ 404877 h 6858000"/>
              <a:gd name="connsiteX111" fmla="*/ 0 w 5880100"/>
              <a:gd name="connsiteY111" fmla="*/ 0 h 6858000"/>
              <a:gd name="connsiteX112" fmla="*/ 5880100 w 5880100"/>
              <a:gd name="connsiteY112" fmla="*/ 0 h 6858000"/>
              <a:gd name="connsiteX113" fmla="*/ 5880100 w 5880100"/>
              <a:gd name="connsiteY113" fmla="*/ 6858000 h 6858000"/>
              <a:gd name="connsiteX114" fmla="*/ 0 w 5880100"/>
              <a:gd name="connsiteY1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5880100" h="6858000">
                <a:moveTo>
                  <a:pt x="5373878" y="647673"/>
                </a:moveTo>
                <a:cubicBezTo>
                  <a:pt x="5415533" y="647673"/>
                  <a:pt x="5443979" y="681196"/>
                  <a:pt x="5436868" y="722847"/>
                </a:cubicBezTo>
                <a:cubicBezTo>
                  <a:pt x="5430772" y="763482"/>
                  <a:pt x="5391149" y="798021"/>
                  <a:pt x="5349494" y="798021"/>
                </a:cubicBezTo>
                <a:cubicBezTo>
                  <a:pt x="5307840" y="798021"/>
                  <a:pt x="5280409" y="763482"/>
                  <a:pt x="5286505" y="722847"/>
                </a:cubicBezTo>
                <a:cubicBezTo>
                  <a:pt x="5293617" y="681196"/>
                  <a:pt x="5332223" y="646656"/>
                  <a:pt x="5373878" y="647673"/>
                </a:cubicBezTo>
                <a:close/>
                <a:moveTo>
                  <a:pt x="4933965" y="643608"/>
                </a:moveTo>
                <a:cubicBezTo>
                  <a:pt x="4967492" y="643608"/>
                  <a:pt x="4985779" y="664941"/>
                  <a:pt x="4985779" y="697448"/>
                </a:cubicBezTo>
                <a:lnTo>
                  <a:pt x="4862848" y="697448"/>
                </a:lnTo>
                <a:cubicBezTo>
                  <a:pt x="4873007" y="666973"/>
                  <a:pt x="4901454" y="643608"/>
                  <a:pt x="4933965" y="643608"/>
                </a:cubicBezTo>
                <a:close/>
                <a:moveTo>
                  <a:pt x="4324386" y="614148"/>
                </a:moveTo>
                <a:lnTo>
                  <a:pt x="4304067" y="738084"/>
                </a:lnTo>
                <a:cubicBezTo>
                  <a:pt x="4294923" y="797005"/>
                  <a:pt x="4316259" y="837640"/>
                  <a:pt x="4381280" y="837640"/>
                </a:cubicBezTo>
                <a:cubicBezTo>
                  <a:pt x="4446302" y="837640"/>
                  <a:pt x="4481861" y="797005"/>
                  <a:pt x="4491004" y="738084"/>
                </a:cubicBezTo>
                <a:lnTo>
                  <a:pt x="4511323" y="614148"/>
                </a:lnTo>
                <a:lnTo>
                  <a:pt x="4468652" y="614148"/>
                </a:lnTo>
                <a:lnTo>
                  <a:pt x="4449349" y="734021"/>
                </a:lnTo>
                <a:cubicBezTo>
                  <a:pt x="4444270" y="768561"/>
                  <a:pt x="4430046" y="799037"/>
                  <a:pt x="4388392" y="799037"/>
                </a:cubicBezTo>
                <a:cubicBezTo>
                  <a:pt x="4345721" y="799037"/>
                  <a:pt x="4341658" y="768561"/>
                  <a:pt x="4347753" y="734021"/>
                </a:cubicBezTo>
                <a:lnTo>
                  <a:pt x="4367057" y="614148"/>
                </a:lnTo>
                <a:close/>
                <a:moveTo>
                  <a:pt x="5379974" y="608053"/>
                </a:moveTo>
                <a:cubicBezTo>
                  <a:pt x="5313936" y="608053"/>
                  <a:pt x="5253994" y="657830"/>
                  <a:pt x="5243834" y="722847"/>
                </a:cubicBezTo>
                <a:cubicBezTo>
                  <a:pt x="5233675" y="787863"/>
                  <a:pt x="5277361" y="837640"/>
                  <a:pt x="5343399" y="837640"/>
                </a:cubicBezTo>
                <a:cubicBezTo>
                  <a:pt x="5409436" y="837640"/>
                  <a:pt x="5469378" y="787863"/>
                  <a:pt x="5479538" y="722847"/>
                </a:cubicBezTo>
                <a:cubicBezTo>
                  <a:pt x="5490714" y="657830"/>
                  <a:pt x="5447028" y="607037"/>
                  <a:pt x="5379974" y="608053"/>
                </a:cubicBezTo>
                <a:close/>
                <a:moveTo>
                  <a:pt x="4939045" y="608052"/>
                </a:moveTo>
                <a:cubicBezTo>
                  <a:pt x="4867928" y="608052"/>
                  <a:pt x="4824240" y="658845"/>
                  <a:pt x="4813065" y="724878"/>
                </a:cubicBezTo>
                <a:cubicBezTo>
                  <a:pt x="4802906" y="788878"/>
                  <a:pt x="4836433" y="838655"/>
                  <a:pt x="4903487" y="838655"/>
                </a:cubicBezTo>
                <a:cubicBezTo>
                  <a:pt x="4946157" y="838655"/>
                  <a:pt x="4988828" y="817322"/>
                  <a:pt x="5015243" y="779734"/>
                </a:cubicBezTo>
                <a:lnTo>
                  <a:pt x="4982732" y="759418"/>
                </a:lnTo>
                <a:cubicBezTo>
                  <a:pt x="4962413" y="784814"/>
                  <a:pt x="4942093" y="801068"/>
                  <a:pt x="4909582" y="801068"/>
                </a:cubicBezTo>
                <a:cubicBezTo>
                  <a:pt x="4868944" y="801068"/>
                  <a:pt x="4849640" y="765512"/>
                  <a:pt x="4854720" y="728941"/>
                </a:cubicBezTo>
                <a:lnTo>
                  <a:pt x="5022355" y="728941"/>
                </a:lnTo>
                <a:lnTo>
                  <a:pt x="5023371" y="722845"/>
                </a:lnTo>
                <a:cubicBezTo>
                  <a:pt x="5033530" y="658845"/>
                  <a:pt x="5009147" y="608052"/>
                  <a:pt x="4939045" y="608052"/>
                </a:cubicBezTo>
                <a:close/>
                <a:moveTo>
                  <a:pt x="5186940" y="607037"/>
                </a:moveTo>
                <a:cubicBezTo>
                  <a:pt x="5118871" y="607037"/>
                  <a:pt x="5058928" y="656815"/>
                  <a:pt x="5047753" y="723863"/>
                </a:cubicBezTo>
                <a:cubicBezTo>
                  <a:pt x="5036577" y="788878"/>
                  <a:pt x="5082296" y="837640"/>
                  <a:pt x="5147317" y="837640"/>
                </a:cubicBezTo>
                <a:cubicBezTo>
                  <a:pt x="5169669" y="837640"/>
                  <a:pt x="5188972" y="833577"/>
                  <a:pt x="5210308" y="823418"/>
                </a:cubicBezTo>
                <a:lnTo>
                  <a:pt x="5218436" y="770593"/>
                </a:lnTo>
                <a:cubicBezTo>
                  <a:pt x="5199132" y="787863"/>
                  <a:pt x="5177797" y="799037"/>
                  <a:pt x="5153413" y="799037"/>
                </a:cubicBezTo>
                <a:cubicBezTo>
                  <a:pt x="5108711" y="799037"/>
                  <a:pt x="5082296" y="766529"/>
                  <a:pt x="5089408" y="721830"/>
                </a:cubicBezTo>
                <a:cubicBezTo>
                  <a:pt x="5095503" y="681196"/>
                  <a:pt x="5133094" y="645640"/>
                  <a:pt x="5174749" y="645640"/>
                </a:cubicBezTo>
                <a:cubicBezTo>
                  <a:pt x="5201164" y="645640"/>
                  <a:pt x="5219452" y="655799"/>
                  <a:pt x="5233675" y="675101"/>
                </a:cubicBezTo>
                <a:lnTo>
                  <a:pt x="5242819" y="621259"/>
                </a:lnTo>
                <a:cubicBezTo>
                  <a:pt x="5227579" y="612116"/>
                  <a:pt x="5206243" y="607037"/>
                  <a:pt x="5186940" y="607037"/>
                </a:cubicBezTo>
                <a:close/>
                <a:moveTo>
                  <a:pt x="4799858" y="607037"/>
                </a:moveTo>
                <a:cubicBezTo>
                  <a:pt x="4771411" y="607037"/>
                  <a:pt x="4747028" y="623291"/>
                  <a:pt x="4732805" y="648687"/>
                </a:cubicBezTo>
                <a:lnTo>
                  <a:pt x="4731788" y="648687"/>
                </a:lnTo>
                <a:lnTo>
                  <a:pt x="4736868" y="613133"/>
                </a:lnTo>
                <a:lnTo>
                  <a:pt x="4694198" y="613133"/>
                </a:lnTo>
                <a:lnTo>
                  <a:pt x="4659655" y="829513"/>
                </a:lnTo>
                <a:lnTo>
                  <a:pt x="4702326" y="829513"/>
                </a:lnTo>
                <a:lnTo>
                  <a:pt x="4719597" y="722846"/>
                </a:lnTo>
                <a:cubicBezTo>
                  <a:pt x="4725693" y="687291"/>
                  <a:pt x="4737884" y="645640"/>
                  <a:pt x="4783602" y="645640"/>
                </a:cubicBezTo>
                <a:cubicBezTo>
                  <a:pt x="4793763" y="645640"/>
                  <a:pt x="4801891" y="648687"/>
                  <a:pt x="4807986" y="654783"/>
                </a:cubicBezTo>
                <a:lnTo>
                  <a:pt x="4833385" y="617196"/>
                </a:lnTo>
                <a:cubicBezTo>
                  <a:pt x="4823226" y="611100"/>
                  <a:pt x="4812050" y="607037"/>
                  <a:pt x="4799858" y="607037"/>
                </a:cubicBezTo>
                <a:close/>
                <a:moveTo>
                  <a:pt x="4208566" y="607037"/>
                </a:moveTo>
                <a:cubicBezTo>
                  <a:pt x="4182151" y="607037"/>
                  <a:pt x="4153704" y="619227"/>
                  <a:pt x="4135417" y="642593"/>
                </a:cubicBezTo>
                <a:lnTo>
                  <a:pt x="4140496" y="614149"/>
                </a:lnTo>
                <a:lnTo>
                  <a:pt x="4097826" y="614149"/>
                </a:lnTo>
                <a:lnTo>
                  <a:pt x="4062267" y="829513"/>
                </a:lnTo>
                <a:lnTo>
                  <a:pt x="4104938" y="829513"/>
                </a:lnTo>
                <a:lnTo>
                  <a:pt x="4121193" y="729958"/>
                </a:lnTo>
                <a:cubicBezTo>
                  <a:pt x="4128305" y="690339"/>
                  <a:pt x="4135417" y="643608"/>
                  <a:pt x="4190279" y="643608"/>
                </a:cubicBezTo>
                <a:cubicBezTo>
                  <a:pt x="4233965" y="643608"/>
                  <a:pt x="4234981" y="669005"/>
                  <a:pt x="4228885" y="705577"/>
                </a:cubicBezTo>
                <a:lnTo>
                  <a:pt x="4208566" y="829513"/>
                </a:lnTo>
                <a:lnTo>
                  <a:pt x="4251236" y="829513"/>
                </a:lnTo>
                <a:lnTo>
                  <a:pt x="4271555" y="700498"/>
                </a:lnTo>
                <a:cubicBezTo>
                  <a:pt x="4279683" y="647672"/>
                  <a:pt x="4270539" y="607037"/>
                  <a:pt x="4208566" y="607037"/>
                </a:cubicBezTo>
                <a:close/>
                <a:moveTo>
                  <a:pt x="4585489" y="545068"/>
                </a:moveTo>
                <a:lnTo>
                  <a:pt x="4574314" y="614148"/>
                </a:lnTo>
                <a:lnTo>
                  <a:pt x="4551962" y="614148"/>
                </a:lnTo>
                <a:lnTo>
                  <a:pt x="4544851" y="652751"/>
                </a:lnTo>
                <a:lnTo>
                  <a:pt x="4568218" y="652751"/>
                </a:lnTo>
                <a:lnTo>
                  <a:pt x="4539771" y="830528"/>
                </a:lnTo>
                <a:lnTo>
                  <a:pt x="4582442" y="830528"/>
                </a:lnTo>
                <a:lnTo>
                  <a:pt x="4610888" y="652751"/>
                </a:lnTo>
                <a:lnTo>
                  <a:pt x="4658639" y="652751"/>
                </a:lnTo>
                <a:lnTo>
                  <a:pt x="4664735" y="614148"/>
                </a:lnTo>
                <a:lnTo>
                  <a:pt x="4616984" y="614148"/>
                </a:lnTo>
                <a:lnTo>
                  <a:pt x="4628160" y="545068"/>
                </a:lnTo>
                <a:close/>
                <a:moveTo>
                  <a:pt x="4115098" y="404877"/>
                </a:moveTo>
                <a:cubicBezTo>
                  <a:pt x="4084619" y="404877"/>
                  <a:pt x="4039663" y="420877"/>
                  <a:pt x="3999659" y="452877"/>
                </a:cubicBezTo>
                <a:lnTo>
                  <a:pt x="3981748" y="472829"/>
                </a:lnTo>
                <a:lnTo>
                  <a:pt x="3946734" y="480290"/>
                </a:lnTo>
                <a:cubicBezTo>
                  <a:pt x="3887014" y="503861"/>
                  <a:pt x="3816150" y="563861"/>
                  <a:pt x="3800149" y="659861"/>
                </a:cubicBezTo>
                <a:lnTo>
                  <a:pt x="3784909" y="754338"/>
                </a:lnTo>
                <a:cubicBezTo>
                  <a:pt x="3759510" y="907735"/>
                  <a:pt x="3746303" y="943291"/>
                  <a:pt x="3681281" y="980878"/>
                </a:cubicBezTo>
                <a:cubicBezTo>
                  <a:pt x="3728015" y="972751"/>
                  <a:pt x="3826564" y="928053"/>
                  <a:pt x="3851963" y="772624"/>
                </a:cubicBezTo>
                <a:lnTo>
                  <a:pt x="3868219" y="677132"/>
                </a:lnTo>
                <a:cubicBezTo>
                  <a:pt x="3892602" y="533892"/>
                  <a:pt x="3921049" y="504433"/>
                  <a:pt x="3956607" y="482083"/>
                </a:cubicBezTo>
                <a:lnTo>
                  <a:pt x="3972309" y="483344"/>
                </a:lnTo>
                <a:lnTo>
                  <a:pt x="3945797" y="512877"/>
                </a:lnTo>
                <a:cubicBezTo>
                  <a:pt x="3930700" y="536877"/>
                  <a:pt x="3919271" y="564877"/>
                  <a:pt x="3913937" y="596877"/>
                </a:cubicBezTo>
                <a:lnTo>
                  <a:pt x="3887522" y="754338"/>
                </a:lnTo>
                <a:cubicBezTo>
                  <a:pt x="3867202" y="876242"/>
                  <a:pt x="3825548" y="943290"/>
                  <a:pt x="3760526" y="980878"/>
                </a:cubicBezTo>
                <a:cubicBezTo>
                  <a:pt x="3801165" y="977830"/>
                  <a:pt x="3929177" y="929068"/>
                  <a:pt x="3952543" y="788877"/>
                </a:cubicBezTo>
                <a:lnTo>
                  <a:pt x="3982007" y="614148"/>
                </a:lnTo>
                <a:cubicBezTo>
                  <a:pt x="3988103" y="578338"/>
                  <a:pt x="3994453" y="549639"/>
                  <a:pt x="4001104" y="526385"/>
                </a:cubicBezTo>
                <a:lnTo>
                  <a:pt x="4009122" y="502034"/>
                </a:lnTo>
                <a:lnTo>
                  <a:pt x="4027757" y="525512"/>
                </a:lnTo>
                <a:cubicBezTo>
                  <a:pt x="4034900" y="536623"/>
                  <a:pt x="4042202" y="549893"/>
                  <a:pt x="4050076" y="565385"/>
                </a:cubicBezTo>
                <a:lnTo>
                  <a:pt x="4064300" y="496305"/>
                </a:lnTo>
                <a:cubicBezTo>
                  <a:pt x="4058712" y="490210"/>
                  <a:pt x="4050838" y="483353"/>
                  <a:pt x="4040298" y="478020"/>
                </a:cubicBezTo>
                <a:lnTo>
                  <a:pt x="4020982" y="473605"/>
                </a:lnTo>
                <a:lnTo>
                  <a:pt x="4022010" y="471290"/>
                </a:lnTo>
                <a:cubicBezTo>
                  <a:pt x="4036615" y="443226"/>
                  <a:pt x="4052616" y="430274"/>
                  <a:pt x="4070395" y="419099"/>
                </a:cubicBezTo>
                <a:cubicBezTo>
                  <a:pt x="4110018" y="414020"/>
                  <a:pt x="4132369" y="440433"/>
                  <a:pt x="4163864" y="502401"/>
                </a:cubicBezTo>
                <a:lnTo>
                  <a:pt x="4178088" y="433321"/>
                </a:lnTo>
                <a:cubicBezTo>
                  <a:pt x="4167929" y="420115"/>
                  <a:pt x="4146593" y="404877"/>
                  <a:pt x="4115098" y="404877"/>
                </a:cubicBezTo>
                <a:close/>
                <a:moveTo>
                  <a:pt x="0" y="0"/>
                </a:moveTo>
                <a:lnTo>
                  <a:pt x="5880100" y="0"/>
                </a:lnTo>
                <a:lnTo>
                  <a:pt x="5880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8" y="1989138"/>
            <a:ext cx="5040000" cy="3953996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A0110617-EBBF-6844-8C49-866445C5CF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5039999" cy="728838"/>
          </a:xfrm>
        </p:spPr>
        <p:txBody>
          <a:bodyPr wrap="squar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652FDEA-9E6F-E248-A38D-8C3248EBF9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1366039"/>
            <a:ext cx="5039999" cy="274663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  <p:sp>
        <p:nvSpPr>
          <p:cNvPr id="11" name="Tijdelijke aanduiding voor dianummer 5">
            <a:extLst>
              <a:ext uri="{FF2B5EF4-FFF2-40B4-BE49-F238E27FC236}">
                <a16:creationId xmlns:a16="http://schemas.microsoft.com/office/drawing/2014/main" id="{DC6A5F06-FD62-D345-B8BB-09553DB44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36160" y="6171371"/>
            <a:ext cx="4655840" cy="684724"/>
          </a:xfrm>
          <a:prstGeom prst="rect">
            <a:avLst/>
          </a:prstGeom>
          <a:blipFill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0" tIns="54000" rIns="396000" bIns="0" rtlCol="0" anchor="ctr" anchorCtr="0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B2270DBB-E44D-F548-9F52-F3309055C9F8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657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slide - half slide imag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02086AB-765D-8D42-8042-B9C19FF6AA70}"/>
              </a:ext>
            </a:extLst>
          </p:cNvPr>
          <p:cNvSpPr/>
          <p:nvPr userDrawn="1"/>
        </p:nvSpPr>
        <p:spPr>
          <a:xfrm>
            <a:off x="8796213" y="309511"/>
            <a:ext cx="3227834" cy="944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658237C-1BBB-D74B-AFDD-924E43C5B4C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12214" y="0"/>
            <a:ext cx="5880100" cy="6858000"/>
          </a:xfrm>
          <a:custGeom>
            <a:avLst/>
            <a:gdLst>
              <a:gd name="connsiteX0" fmla="*/ 5373878 w 5880100"/>
              <a:gd name="connsiteY0" fmla="*/ 647673 h 6858000"/>
              <a:gd name="connsiteX1" fmla="*/ 5436868 w 5880100"/>
              <a:gd name="connsiteY1" fmla="*/ 722847 h 6858000"/>
              <a:gd name="connsiteX2" fmla="*/ 5349494 w 5880100"/>
              <a:gd name="connsiteY2" fmla="*/ 798021 h 6858000"/>
              <a:gd name="connsiteX3" fmla="*/ 5286505 w 5880100"/>
              <a:gd name="connsiteY3" fmla="*/ 722847 h 6858000"/>
              <a:gd name="connsiteX4" fmla="*/ 5373878 w 5880100"/>
              <a:gd name="connsiteY4" fmla="*/ 647673 h 6858000"/>
              <a:gd name="connsiteX5" fmla="*/ 4933965 w 5880100"/>
              <a:gd name="connsiteY5" fmla="*/ 643608 h 6858000"/>
              <a:gd name="connsiteX6" fmla="*/ 4985779 w 5880100"/>
              <a:gd name="connsiteY6" fmla="*/ 697448 h 6858000"/>
              <a:gd name="connsiteX7" fmla="*/ 4862848 w 5880100"/>
              <a:gd name="connsiteY7" fmla="*/ 697448 h 6858000"/>
              <a:gd name="connsiteX8" fmla="*/ 4933965 w 5880100"/>
              <a:gd name="connsiteY8" fmla="*/ 643608 h 6858000"/>
              <a:gd name="connsiteX9" fmla="*/ 4324386 w 5880100"/>
              <a:gd name="connsiteY9" fmla="*/ 614148 h 6858000"/>
              <a:gd name="connsiteX10" fmla="*/ 4304067 w 5880100"/>
              <a:gd name="connsiteY10" fmla="*/ 738084 h 6858000"/>
              <a:gd name="connsiteX11" fmla="*/ 4381280 w 5880100"/>
              <a:gd name="connsiteY11" fmla="*/ 837640 h 6858000"/>
              <a:gd name="connsiteX12" fmla="*/ 4491004 w 5880100"/>
              <a:gd name="connsiteY12" fmla="*/ 738084 h 6858000"/>
              <a:gd name="connsiteX13" fmla="*/ 4511323 w 5880100"/>
              <a:gd name="connsiteY13" fmla="*/ 614148 h 6858000"/>
              <a:gd name="connsiteX14" fmla="*/ 4468652 w 5880100"/>
              <a:gd name="connsiteY14" fmla="*/ 614148 h 6858000"/>
              <a:gd name="connsiteX15" fmla="*/ 4449349 w 5880100"/>
              <a:gd name="connsiteY15" fmla="*/ 734021 h 6858000"/>
              <a:gd name="connsiteX16" fmla="*/ 4388392 w 5880100"/>
              <a:gd name="connsiteY16" fmla="*/ 799037 h 6858000"/>
              <a:gd name="connsiteX17" fmla="*/ 4347753 w 5880100"/>
              <a:gd name="connsiteY17" fmla="*/ 734021 h 6858000"/>
              <a:gd name="connsiteX18" fmla="*/ 4367057 w 5880100"/>
              <a:gd name="connsiteY18" fmla="*/ 614148 h 6858000"/>
              <a:gd name="connsiteX19" fmla="*/ 5379974 w 5880100"/>
              <a:gd name="connsiteY19" fmla="*/ 608053 h 6858000"/>
              <a:gd name="connsiteX20" fmla="*/ 5243834 w 5880100"/>
              <a:gd name="connsiteY20" fmla="*/ 722847 h 6858000"/>
              <a:gd name="connsiteX21" fmla="*/ 5343399 w 5880100"/>
              <a:gd name="connsiteY21" fmla="*/ 837640 h 6858000"/>
              <a:gd name="connsiteX22" fmla="*/ 5479538 w 5880100"/>
              <a:gd name="connsiteY22" fmla="*/ 722847 h 6858000"/>
              <a:gd name="connsiteX23" fmla="*/ 5379974 w 5880100"/>
              <a:gd name="connsiteY23" fmla="*/ 608053 h 6858000"/>
              <a:gd name="connsiteX24" fmla="*/ 4939045 w 5880100"/>
              <a:gd name="connsiteY24" fmla="*/ 608052 h 6858000"/>
              <a:gd name="connsiteX25" fmla="*/ 4813065 w 5880100"/>
              <a:gd name="connsiteY25" fmla="*/ 724878 h 6858000"/>
              <a:gd name="connsiteX26" fmla="*/ 4903487 w 5880100"/>
              <a:gd name="connsiteY26" fmla="*/ 838655 h 6858000"/>
              <a:gd name="connsiteX27" fmla="*/ 5015243 w 5880100"/>
              <a:gd name="connsiteY27" fmla="*/ 779734 h 6858000"/>
              <a:gd name="connsiteX28" fmla="*/ 4982732 w 5880100"/>
              <a:gd name="connsiteY28" fmla="*/ 759418 h 6858000"/>
              <a:gd name="connsiteX29" fmla="*/ 4909582 w 5880100"/>
              <a:gd name="connsiteY29" fmla="*/ 801068 h 6858000"/>
              <a:gd name="connsiteX30" fmla="*/ 4854720 w 5880100"/>
              <a:gd name="connsiteY30" fmla="*/ 728941 h 6858000"/>
              <a:gd name="connsiteX31" fmla="*/ 5022355 w 5880100"/>
              <a:gd name="connsiteY31" fmla="*/ 728941 h 6858000"/>
              <a:gd name="connsiteX32" fmla="*/ 5023371 w 5880100"/>
              <a:gd name="connsiteY32" fmla="*/ 722845 h 6858000"/>
              <a:gd name="connsiteX33" fmla="*/ 4939045 w 5880100"/>
              <a:gd name="connsiteY33" fmla="*/ 608052 h 6858000"/>
              <a:gd name="connsiteX34" fmla="*/ 5186940 w 5880100"/>
              <a:gd name="connsiteY34" fmla="*/ 607037 h 6858000"/>
              <a:gd name="connsiteX35" fmla="*/ 5047753 w 5880100"/>
              <a:gd name="connsiteY35" fmla="*/ 723863 h 6858000"/>
              <a:gd name="connsiteX36" fmla="*/ 5147317 w 5880100"/>
              <a:gd name="connsiteY36" fmla="*/ 837640 h 6858000"/>
              <a:gd name="connsiteX37" fmla="*/ 5210308 w 5880100"/>
              <a:gd name="connsiteY37" fmla="*/ 823418 h 6858000"/>
              <a:gd name="connsiteX38" fmla="*/ 5218436 w 5880100"/>
              <a:gd name="connsiteY38" fmla="*/ 770593 h 6858000"/>
              <a:gd name="connsiteX39" fmla="*/ 5153413 w 5880100"/>
              <a:gd name="connsiteY39" fmla="*/ 799037 h 6858000"/>
              <a:gd name="connsiteX40" fmla="*/ 5089408 w 5880100"/>
              <a:gd name="connsiteY40" fmla="*/ 721830 h 6858000"/>
              <a:gd name="connsiteX41" fmla="*/ 5174749 w 5880100"/>
              <a:gd name="connsiteY41" fmla="*/ 645640 h 6858000"/>
              <a:gd name="connsiteX42" fmla="*/ 5233675 w 5880100"/>
              <a:gd name="connsiteY42" fmla="*/ 675101 h 6858000"/>
              <a:gd name="connsiteX43" fmla="*/ 5242819 w 5880100"/>
              <a:gd name="connsiteY43" fmla="*/ 621259 h 6858000"/>
              <a:gd name="connsiteX44" fmla="*/ 5186940 w 5880100"/>
              <a:gd name="connsiteY44" fmla="*/ 607037 h 6858000"/>
              <a:gd name="connsiteX45" fmla="*/ 4799858 w 5880100"/>
              <a:gd name="connsiteY45" fmla="*/ 607037 h 6858000"/>
              <a:gd name="connsiteX46" fmla="*/ 4732805 w 5880100"/>
              <a:gd name="connsiteY46" fmla="*/ 648687 h 6858000"/>
              <a:gd name="connsiteX47" fmla="*/ 4731788 w 5880100"/>
              <a:gd name="connsiteY47" fmla="*/ 648687 h 6858000"/>
              <a:gd name="connsiteX48" fmla="*/ 4736868 w 5880100"/>
              <a:gd name="connsiteY48" fmla="*/ 613133 h 6858000"/>
              <a:gd name="connsiteX49" fmla="*/ 4694198 w 5880100"/>
              <a:gd name="connsiteY49" fmla="*/ 613133 h 6858000"/>
              <a:gd name="connsiteX50" fmla="*/ 4659655 w 5880100"/>
              <a:gd name="connsiteY50" fmla="*/ 829513 h 6858000"/>
              <a:gd name="connsiteX51" fmla="*/ 4702326 w 5880100"/>
              <a:gd name="connsiteY51" fmla="*/ 829513 h 6858000"/>
              <a:gd name="connsiteX52" fmla="*/ 4719597 w 5880100"/>
              <a:gd name="connsiteY52" fmla="*/ 722846 h 6858000"/>
              <a:gd name="connsiteX53" fmla="*/ 4783602 w 5880100"/>
              <a:gd name="connsiteY53" fmla="*/ 645640 h 6858000"/>
              <a:gd name="connsiteX54" fmla="*/ 4807986 w 5880100"/>
              <a:gd name="connsiteY54" fmla="*/ 654783 h 6858000"/>
              <a:gd name="connsiteX55" fmla="*/ 4833385 w 5880100"/>
              <a:gd name="connsiteY55" fmla="*/ 617196 h 6858000"/>
              <a:gd name="connsiteX56" fmla="*/ 4799858 w 5880100"/>
              <a:gd name="connsiteY56" fmla="*/ 607037 h 6858000"/>
              <a:gd name="connsiteX57" fmla="*/ 4208566 w 5880100"/>
              <a:gd name="connsiteY57" fmla="*/ 607037 h 6858000"/>
              <a:gd name="connsiteX58" fmla="*/ 4135417 w 5880100"/>
              <a:gd name="connsiteY58" fmla="*/ 642593 h 6858000"/>
              <a:gd name="connsiteX59" fmla="*/ 4140496 w 5880100"/>
              <a:gd name="connsiteY59" fmla="*/ 614149 h 6858000"/>
              <a:gd name="connsiteX60" fmla="*/ 4097826 w 5880100"/>
              <a:gd name="connsiteY60" fmla="*/ 614149 h 6858000"/>
              <a:gd name="connsiteX61" fmla="*/ 4062267 w 5880100"/>
              <a:gd name="connsiteY61" fmla="*/ 829513 h 6858000"/>
              <a:gd name="connsiteX62" fmla="*/ 4104938 w 5880100"/>
              <a:gd name="connsiteY62" fmla="*/ 829513 h 6858000"/>
              <a:gd name="connsiteX63" fmla="*/ 4121193 w 5880100"/>
              <a:gd name="connsiteY63" fmla="*/ 729958 h 6858000"/>
              <a:gd name="connsiteX64" fmla="*/ 4190279 w 5880100"/>
              <a:gd name="connsiteY64" fmla="*/ 643608 h 6858000"/>
              <a:gd name="connsiteX65" fmla="*/ 4228885 w 5880100"/>
              <a:gd name="connsiteY65" fmla="*/ 705577 h 6858000"/>
              <a:gd name="connsiteX66" fmla="*/ 4208566 w 5880100"/>
              <a:gd name="connsiteY66" fmla="*/ 829513 h 6858000"/>
              <a:gd name="connsiteX67" fmla="*/ 4251236 w 5880100"/>
              <a:gd name="connsiteY67" fmla="*/ 829513 h 6858000"/>
              <a:gd name="connsiteX68" fmla="*/ 4271555 w 5880100"/>
              <a:gd name="connsiteY68" fmla="*/ 700498 h 6858000"/>
              <a:gd name="connsiteX69" fmla="*/ 4208566 w 5880100"/>
              <a:gd name="connsiteY69" fmla="*/ 607037 h 6858000"/>
              <a:gd name="connsiteX70" fmla="*/ 4585489 w 5880100"/>
              <a:gd name="connsiteY70" fmla="*/ 545068 h 6858000"/>
              <a:gd name="connsiteX71" fmla="*/ 4574314 w 5880100"/>
              <a:gd name="connsiteY71" fmla="*/ 614148 h 6858000"/>
              <a:gd name="connsiteX72" fmla="*/ 4551962 w 5880100"/>
              <a:gd name="connsiteY72" fmla="*/ 614148 h 6858000"/>
              <a:gd name="connsiteX73" fmla="*/ 4544851 w 5880100"/>
              <a:gd name="connsiteY73" fmla="*/ 652751 h 6858000"/>
              <a:gd name="connsiteX74" fmla="*/ 4568218 w 5880100"/>
              <a:gd name="connsiteY74" fmla="*/ 652751 h 6858000"/>
              <a:gd name="connsiteX75" fmla="*/ 4539771 w 5880100"/>
              <a:gd name="connsiteY75" fmla="*/ 830528 h 6858000"/>
              <a:gd name="connsiteX76" fmla="*/ 4582442 w 5880100"/>
              <a:gd name="connsiteY76" fmla="*/ 830528 h 6858000"/>
              <a:gd name="connsiteX77" fmla="*/ 4610888 w 5880100"/>
              <a:gd name="connsiteY77" fmla="*/ 652751 h 6858000"/>
              <a:gd name="connsiteX78" fmla="*/ 4658639 w 5880100"/>
              <a:gd name="connsiteY78" fmla="*/ 652751 h 6858000"/>
              <a:gd name="connsiteX79" fmla="*/ 4664735 w 5880100"/>
              <a:gd name="connsiteY79" fmla="*/ 614148 h 6858000"/>
              <a:gd name="connsiteX80" fmla="*/ 4616984 w 5880100"/>
              <a:gd name="connsiteY80" fmla="*/ 614148 h 6858000"/>
              <a:gd name="connsiteX81" fmla="*/ 4628160 w 5880100"/>
              <a:gd name="connsiteY81" fmla="*/ 545068 h 6858000"/>
              <a:gd name="connsiteX82" fmla="*/ 4115098 w 5880100"/>
              <a:gd name="connsiteY82" fmla="*/ 404877 h 6858000"/>
              <a:gd name="connsiteX83" fmla="*/ 3999659 w 5880100"/>
              <a:gd name="connsiteY83" fmla="*/ 452877 h 6858000"/>
              <a:gd name="connsiteX84" fmla="*/ 3981748 w 5880100"/>
              <a:gd name="connsiteY84" fmla="*/ 472829 h 6858000"/>
              <a:gd name="connsiteX85" fmla="*/ 3946734 w 5880100"/>
              <a:gd name="connsiteY85" fmla="*/ 480290 h 6858000"/>
              <a:gd name="connsiteX86" fmla="*/ 3800149 w 5880100"/>
              <a:gd name="connsiteY86" fmla="*/ 659861 h 6858000"/>
              <a:gd name="connsiteX87" fmla="*/ 3784909 w 5880100"/>
              <a:gd name="connsiteY87" fmla="*/ 754338 h 6858000"/>
              <a:gd name="connsiteX88" fmla="*/ 3681281 w 5880100"/>
              <a:gd name="connsiteY88" fmla="*/ 980878 h 6858000"/>
              <a:gd name="connsiteX89" fmla="*/ 3851963 w 5880100"/>
              <a:gd name="connsiteY89" fmla="*/ 772624 h 6858000"/>
              <a:gd name="connsiteX90" fmla="*/ 3868219 w 5880100"/>
              <a:gd name="connsiteY90" fmla="*/ 677132 h 6858000"/>
              <a:gd name="connsiteX91" fmla="*/ 3956607 w 5880100"/>
              <a:gd name="connsiteY91" fmla="*/ 482083 h 6858000"/>
              <a:gd name="connsiteX92" fmla="*/ 3972309 w 5880100"/>
              <a:gd name="connsiteY92" fmla="*/ 483344 h 6858000"/>
              <a:gd name="connsiteX93" fmla="*/ 3945797 w 5880100"/>
              <a:gd name="connsiteY93" fmla="*/ 512877 h 6858000"/>
              <a:gd name="connsiteX94" fmla="*/ 3913937 w 5880100"/>
              <a:gd name="connsiteY94" fmla="*/ 596877 h 6858000"/>
              <a:gd name="connsiteX95" fmla="*/ 3887522 w 5880100"/>
              <a:gd name="connsiteY95" fmla="*/ 754338 h 6858000"/>
              <a:gd name="connsiteX96" fmla="*/ 3760526 w 5880100"/>
              <a:gd name="connsiteY96" fmla="*/ 980878 h 6858000"/>
              <a:gd name="connsiteX97" fmla="*/ 3952543 w 5880100"/>
              <a:gd name="connsiteY97" fmla="*/ 788877 h 6858000"/>
              <a:gd name="connsiteX98" fmla="*/ 3982007 w 5880100"/>
              <a:gd name="connsiteY98" fmla="*/ 614148 h 6858000"/>
              <a:gd name="connsiteX99" fmla="*/ 4001104 w 5880100"/>
              <a:gd name="connsiteY99" fmla="*/ 526385 h 6858000"/>
              <a:gd name="connsiteX100" fmla="*/ 4009122 w 5880100"/>
              <a:gd name="connsiteY100" fmla="*/ 502034 h 6858000"/>
              <a:gd name="connsiteX101" fmla="*/ 4027757 w 5880100"/>
              <a:gd name="connsiteY101" fmla="*/ 525512 h 6858000"/>
              <a:gd name="connsiteX102" fmla="*/ 4050076 w 5880100"/>
              <a:gd name="connsiteY102" fmla="*/ 565385 h 6858000"/>
              <a:gd name="connsiteX103" fmla="*/ 4064300 w 5880100"/>
              <a:gd name="connsiteY103" fmla="*/ 496305 h 6858000"/>
              <a:gd name="connsiteX104" fmla="*/ 4040298 w 5880100"/>
              <a:gd name="connsiteY104" fmla="*/ 478020 h 6858000"/>
              <a:gd name="connsiteX105" fmla="*/ 4020982 w 5880100"/>
              <a:gd name="connsiteY105" fmla="*/ 473605 h 6858000"/>
              <a:gd name="connsiteX106" fmla="*/ 4022010 w 5880100"/>
              <a:gd name="connsiteY106" fmla="*/ 471290 h 6858000"/>
              <a:gd name="connsiteX107" fmla="*/ 4070395 w 5880100"/>
              <a:gd name="connsiteY107" fmla="*/ 419099 h 6858000"/>
              <a:gd name="connsiteX108" fmla="*/ 4163864 w 5880100"/>
              <a:gd name="connsiteY108" fmla="*/ 502401 h 6858000"/>
              <a:gd name="connsiteX109" fmla="*/ 4178088 w 5880100"/>
              <a:gd name="connsiteY109" fmla="*/ 433321 h 6858000"/>
              <a:gd name="connsiteX110" fmla="*/ 4115098 w 5880100"/>
              <a:gd name="connsiteY110" fmla="*/ 404877 h 6858000"/>
              <a:gd name="connsiteX111" fmla="*/ 0 w 5880100"/>
              <a:gd name="connsiteY111" fmla="*/ 0 h 6858000"/>
              <a:gd name="connsiteX112" fmla="*/ 5880100 w 5880100"/>
              <a:gd name="connsiteY112" fmla="*/ 0 h 6858000"/>
              <a:gd name="connsiteX113" fmla="*/ 5880100 w 5880100"/>
              <a:gd name="connsiteY113" fmla="*/ 6858000 h 6858000"/>
              <a:gd name="connsiteX114" fmla="*/ 0 w 5880100"/>
              <a:gd name="connsiteY1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5880100" h="6858000">
                <a:moveTo>
                  <a:pt x="5373878" y="647673"/>
                </a:moveTo>
                <a:cubicBezTo>
                  <a:pt x="5415533" y="647673"/>
                  <a:pt x="5443979" y="681196"/>
                  <a:pt x="5436868" y="722847"/>
                </a:cubicBezTo>
                <a:cubicBezTo>
                  <a:pt x="5430772" y="763482"/>
                  <a:pt x="5391149" y="798021"/>
                  <a:pt x="5349494" y="798021"/>
                </a:cubicBezTo>
                <a:cubicBezTo>
                  <a:pt x="5307840" y="798021"/>
                  <a:pt x="5280409" y="763482"/>
                  <a:pt x="5286505" y="722847"/>
                </a:cubicBezTo>
                <a:cubicBezTo>
                  <a:pt x="5293617" y="681196"/>
                  <a:pt x="5332223" y="646656"/>
                  <a:pt x="5373878" y="647673"/>
                </a:cubicBezTo>
                <a:close/>
                <a:moveTo>
                  <a:pt x="4933965" y="643608"/>
                </a:moveTo>
                <a:cubicBezTo>
                  <a:pt x="4967492" y="643608"/>
                  <a:pt x="4985779" y="664941"/>
                  <a:pt x="4985779" y="697448"/>
                </a:cubicBezTo>
                <a:lnTo>
                  <a:pt x="4862848" y="697448"/>
                </a:lnTo>
                <a:cubicBezTo>
                  <a:pt x="4873007" y="666973"/>
                  <a:pt x="4901454" y="643608"/>
                  <a:pt x="4933965" y="643608"/>
                </a:cubicBezTo>
                <a:close/>
                <a:moveTo>
                  <a:pt x="4324386" y="614148"/>
                </a:moveTo>
                <a:lnTo>
                  <a:pt x="4304067" y="738084"/>
                </a:lnTo>
                <a:cubicBezTo>
                  <a:pt x="4294923" y="797005"/>
                  <a:pt x="4316259" y="837640"/>
                  <a:pt x="4381280" y="837640"/>
                </a:cubicBezTo>
                <a:cubicBezTo>
                  <a:pt x="4446302" y="837640"/>
                  <a:pt x="4481861" y="797005"/>
                  <a:pt x="4491004" y="738084"/>
                </a:cubicBezTo>
                <a:lnTo>
                  <a:pt x="4511323" y="614148"/>
                </a:lnTo>
                <a:lnTo>
                  <a:pt x="4468652" y="614148"/>
                </a:lnTo>
                <a:lnTo>
                  <a:pt x="4449349" y="734021"/>
                </a:lnTo>
                <a:cubicBezTo>
                  <a:pt x="4444270" y="768561"/>
                  <a:pt x="4430046" y="799037"/>
                  <a:pt x="4388392" y="799037"/>
                </a:cubicBezTo>
                <a:cubicBezTo>
                  <a:pt x="4345721" y="799037"/>
                  <a:pt x="4341658" y="768561"/>
                  <a:pt x="4347753" y="734021"/>
                </a:cubicBezTo>
                <a:lnTo>
                  <a:pt x="4367057" y="614148"/>
                </a:lnTo>
                <a:close/>
                <a:moveTo>
                  <a:pt x="5379974" y="608053"/>
                </a:moveTo>
                <a:cubicBezTo>
                  <a:pt x="5313936" y="608053"/>
                  <a:pt x="5253994" y="657830"/>
                  <a:pt x="5243834" y="722847"/>
                </a:cubicBezTo>
                <a:cubicBezTo>
                  <a:pt x="5233675" y="787863"/>
                  <a:pt x="5277361" y="837640"/>
                  <a:pt x="5343399" y="837640"/>
                </a:cubicBezTo>
                <a:cubicBezTo>
                  <a:pt x="5409436" y="837640"/>
                  <a:pt x="5469378" y="787863"/>
                  <a:pt x="5479538" y="722847"/>
                </a:cubicBezTo>
                <a:cubicBezTo>
                  <a:pt x="5490714" y="657830"/>
                  <a:pt x="5447028" y="607037"/>
                  <a:pt x="5379974" y="608053"/>
                </a:cubicBezTo>
                <a:close/>
                <a:moveTo>
                  <a:pt x="4939045" y="608052"/>
                </a:moveTo>
                <a:cubicBezTo>
                  <a:pt x="4867928" y="608052"/>
                  <a:pt x="4824240" y="658845"/>
                  <a:pt x="4813065" y="724878"/>
                </a:cubicBezTo>
                <a:cubicBezTo>
                  <a:pt x="4802906" y="788878"/>
                  <a:pt x="4836433" y="838655"/>
                  <a:pt x="4903487" y="838655"/>
                </a:cubicBezTo>
                <a:cubicBezTo>
                  <a:pt x="4946157" y="838655"/>
                  <a:pt x="4988828" y="817322"/>
                  <a:pt x="5015243" y="779734"/>
                </a:cubicBezTo>
                <a:lnTo>
                  <a:pt x="4982732" y="759418"/>
                </a:lnTo>
                <a:cubicBezTo>
                  <a:pt x="4962413" y="784814"/>
                  <a:pt x="4942093" y="801068"/>
                  <a:pt x="4909582" y="801068"/>
                </a:cubicBezTo>
                <a:cubicBezTo>
                  <a:pt x="4868944" y="801068"/>
                  <a:pt x="4849640" y="765512"/>
                  <a:pt x="4854720" y="728941"/>
                </a:cubicBezTo>
                <a:lnTo>
                  <a:pt x="5022355" y="728941"/>
                </a:lnTo>
                <a:lnTo>
                  <a:pt x="5023371" y="722845"/>
                </a:lnTo>
                <a:cubicBezTo>
                  <a:pt x="5033530" y="658845"/>
                  <a:pt x="5009147" y="608052"/>
                  <a:pt x="4939045" y="608052"/>
                </a:cubicBezTo>
                <a:close/>
                <a:moveTo>
                  <a:pt x="5186940" y="607037"/>
                </a:moveTo>
                <a:cubicBezTo>
                  <a:pt x="5118871" y="607037"/>
                  <a:pt x="5058928" y="656815"/>
                  <a:pt x="5047753" y="723863"/>
                </a:cubicBezTo>
                <a:cubicBezTo>
                  <a:pt x="5036577" y="788878"/>
                  <a:pt x="5082296" y="837640"/>
                  <a:pt x="5147317" y="837640"/>
                </a:cubicBezTo>
                <a:cubicBezTo>
                  <a:pt x="5169669" y="837640"/>
                  <a:pt x="5188972" y="833577"/>
                  <a:pt x="5210308" y="823418"/>
                </a:cubicBezTo>
                <a:lnTo>
                  <a:pt x="5218436" y="770593"/>
                </a:lnTo>
                <a:cubicBezTo>
                  <a:pt x="5199132" y="787863"/>
                  <a:pt x="5177797" y="799037"/>
                  <a:pt x="5153413" y="799037"/>
                </a:cubicBezTo>
                <a:cubicBezTo>
                  <a:pt x="5108711" y="799037"/>
                  <a:pt x="5082296" y="766529"/>
                  <a:pt x="5089408" y="721830"/>
                </a:cubicBezTo>
                <a:cubicBezTo>
                  <a:pt x="5095503" y="681196"/>
                  <a:pt x="5133094" y="645640"/>
                  <a:pt x="5174749" y="645640"/>
                </a:cubicBezTo>
                <a:cubicBezTo>
                  <a:pt x="5201164" y="645640"/>
                  <a:pt x="5219452" y="655799"/>
                  <a:pt x="5233675" y="675101"/>
                </a:cubicBezTo>
                <a:lnTo>
                  <a:pt x="5242819" y="621259"/>
                </a:lnTo>
                <a:cubicBezTo>
                  <a:pt x="5227579" y="612116"/>
                  <a:pt x="5206243" y="607037"/>
                  <a:pt x="5186940" y="607037"/>
                </a:cubicBezTo>
                <a:close/>
                <a:moveTo>
                  <a:pt x="4799858" y="607037"/>
                </a:moveTo>
                <a:cubicBezTo>
                  <a:pt x="4771411" y="607037"/>
                  <a:pt x="4747028" y="623291"/>
                  <a:pt x="4732805" y="648687"/>
                </a:cubicBezTo>
                <a:lnTo>
                  <a:pt x="4731788" y="648687"/>
                </a:lnTo>
                <a:lnTo>
                  <a:pt x="4736868" y="613133"/>
                </a:lnTo>
                <a:lnTo>
                  <a:pt x="4694198" y="613133"/>
                </a:lnTo>
                <a:lnTo>
                  <a:pt x="4659655" y="829513"/>
                </a:lnTo>
                <a:lnTo>
                  <a:pt x="4702326" y="829513"/>
                </a:lnTo>
                <a:lnTo>
                  <a:pt x="4719597" y="722846"/>
                </a:lnTo>
                <a:cubicBezTo>
                  <a:pt x="4725693" y="687291"/>
                  <a:pt x="4737884" y="645640"/>
                  <a:pt x="4783602" y="645640"/>
                </a:cubicBezTo>
                <a:cubicBezTo>
                  <a:pt x="4793763" y="645640"/>
                  <a:pt x="4801891" y="648687"/>
                  <a:pt x="4807986" y="654783"/>
                </a:cubicBezTo>
                <a:lnTo>
                  <a:pt x="4833385" y="617196"/>
                </a:lnTo>
                <a:cubicBezTo>
                  <a:pt x="4823226" y="611100"/>
                  <a:pt x="4812050" y="607037"/>
                  <a:pt x="4799858" y="607037"/>
                </a:cubicBezTo>
                <a:close/>
                <a:moveTo>
                  <a:pt x="4208566" y="607037"/>
                </a:moveTo>
                <a:cubicBezTo>
                  <a:pt x="4182151" y="607037"/>
                  <a:pt x="4153704" y="619227"/>
                  <a:pt x="4135417" y="642593"/>
                </a:cubicBezTo>
                <a:lnTo>
                  <a:pt x="4140496" y="614149"/>
                </a:lnTo>
                <a:lnTo>
                  <a:pt x="4097826" y="614149"/>
                </a:lnTo>
                <a:lnTo>
                  <a:pt x="4062267" y="829513"/>
                </a:lnTo>
                <a:lnTo>
                  <a:pt x="4104938" y="829513"/>
                </a:lnTo>
                <a:lnTo>
                  <a:pt x="4121193" y="729958"/>
                </a:lnTo>
                <a:cubicBezTo>
                  <a:pt x="4128305" y="690339"/>
                  <a:pt x="4135417" y="643608"/>
                  <a:pt x="4190279" y="643608"/>
                </a:cubicBezTo>
                <a:cubicBezTo>
                  <a:pt x="4233965" y="643608"/>
                  <a:pt x="4234981" y="669005"/>
                  <a:pt x="4228885" y="705577"/>
                </a:cubicBezTo>
                <a:lnTo>
                  <a:pt x="4208566" y="829513"/>
                </a:lnTo>
                <a:lnTo>
                  <a:pt x="4251236" y="829513"/>
                </a:lnTo>
                <a:lnTo>
                  <a:pt x="4271555" y="700498"/>
                </a:lnTo>
                <a:cubicBezTo>
                  <a:pt x="4279683" y="647672"/>
                  <a:pt x="4270539" y="607037"/>
                  <a:pt x="4208566" y="607037"/>
                </a:cubicBezTo>
                <a:close/>
                <a:moveTo>
                  <a:pt x="4585489" y="545068"/>
                </a:moveTo>
                <a:lnTo>
                  <a:pt x="4574314" y="614148"/>
                </a:lnTo>
                <a:lnTo>
                  <a:pt x="4551962" y="614148"/>
                </a:lnTo>
                <a:lnTo>
                  <a:pt x="4544851" y="652751"/>
                </a:lnTo>
                <a:lnTo>
                  <a:pt x="4568218" y="652751"/>
                </a:lnTo>
                <a:lnTo>
                  <a:pt x="4539771" y="830528"/>
                </a:lnTo>
                <a:lnTo>
                  <a:pt x="4582442" y="830528"/>
                </a:lnTo>
                <a:lnTo>
                  <a:pt x="4610888" y="652751"/>
                </a:lnTo>
                <a:lnTo>
                  <a:pt x="4658639" y="652751"/>
                </a:lnTo>
                <a:lnTo>
                  <a:pt x="4664735" y="614148"/>
                </a:lnTo>
                <a:lnTo>
                  <a:pt x="4616984" y="614148"/>
                </a:lnTo>
                <a:lnTo>
                  <a:pt x="4628160" y="545068"/>
                </a:lnTo>
                <a:close/>
                <a:moveTo>
                  <a:pt x="4115098" y="404877"/>
                </a:moveTo>
                <a:cubicBezTo>
                  <a:pt x="4084619" y="404877"/>
                  <a:pt x="4039663" y="420877"/>
                  <a:pt x="3999659" y="452877"/>
                </a:cubicBezTo>
                <a:lnTo>
                  <a:pt x="3981748" y="472829"/>
                </a:lnTo>
                <a:lnTo>
                  <a:pt x="3946734" y="480290"/>
                </a:lnTo>
                <a:cubicBezTo>
                  <a:pt x="3887014" y="503861"/>
                  <a:pt x="3816150" y="563861"/>
                  <a:pt x="3800149" y="659861"/>
                </a:cubicBezTo>
                <a:lnTo>
                  <a:pt x="3784909" y="754338"/>
                </a:lnTo>
                <a:cubicBezTo>
                  <a:pt x="3759510" y="907735"/>
                  <a:pt x="3746303" y="943291"/>
                  <a:pt x="3681281" y="980878"/>
                </a:cubicBezTo>
                <a:cubicBezTo>
                  <a:pt x="3728015" y="972751"/>
                  <a:pt x="3826564" y="928053"/>
                  <a:pt x="3851963" y="772624"/>
                </a:cubicBezTo>
                <a:lnTo>
                  <a:pt x="3868219" y="677132"/>
                </a:lnTo>
                <a:cubicBezTo>
                  <a:pt x="3892602" y="533892"/>
                  <a:pt x="3921049" y="504433"/>
                  <a:pt x="3956607" y="482083"/>
                </a:cubicBezTo>
                <a:lnTo>
                  <a:pt x="3972309" y="483344"/>
                </a:lnTo>
                <a:lnTo>
                  <a:pt x="3945797" y="512877"/>
                </a:lnTo>
                <a:cubicBezTo>
                  <a:pt x="3930700" y="536877"/>
                  <a:pt x="3919271" y="564877"/>
                  <a:pt x="3913937" y="596877"/>
                </a:cubicBezTo>
                <a:lnTo>
                  <a:pt x="3887522" y="754338"/>
                </a:lnTo>
                <a:cubicBezTo>
                  <a:pt x="3867202" y="876242"/>
                  <a:pt x="3825548" y="943290"/>
                  <a:pt x="3760526" y="980878"/>
                </a:cubicBezTo>
                <a:cubicBezTo>
                  <a:pt x="3801165" y="977830"/>
                  <a:pt x="3929177" y="929068"/>
                  <a:pt x="3952543" y="788877"/>
                </a:cubicBezTo>
                <a:lnTo>
                  <a:pt x="3982007" y="614148"/>
                </a:lnTo>
                <a:cubicBezTo>
                  <a:pt x="3988103" y="578338"/>
                  <a:pt x="3994453" y="549639"/>
                  <a:pt x="4001104" y="526385"/>
                </a:cubicBezTo>
                <a:lnTo>
                  <a:pt x="4009122" y="502034"/>
                </a:lnTo>
                <a:lnTo>
                  <a:pt x="4027757" y="525512"/>
                </a:lnTo>
                <a:cubicBezTo>
                  <a:pt x="4034900" y="536623"/>
                  <a:pt x="4042202" y="549893"/>
                  <a:pt x="4050076" y="565385"/>
                </a:cubicBezTo>
                <a:lnTo>
                  <a:pt x="4064300" y="496305"/>
                </a:lnTo>
                <a:cubicBezTo>
                  <a:pt x="4058712" y="490210"/>
                  <a:pt x="4050838" y="483353"/>
                  <a:pt x="4040298" y="478020"/>
                </a:cubicBezTo>
                <a:lnTo>
                  <a:pt x="4020982" y="473605"/>
                </a:lnTo>
                <a:lnTo>
                  <a:pt x="4022010" y="471290"/>
                </a:lnTo>
                <a:cubicBezTo>
                  <a:pt x="4036615" y="443226"/>
                  <a:pt x="4052616" y="430274"/>
                  <a:pt x="4070395" y="419099"/>
                </a:cubicBezTo>
                <a:cubicBezTo>
                  <a:pt x="4110018" y="414020"/>
                  <a:pt x="4132369" y="440433"/>
                  <a:pt x="4163864" y="502401"/>
                </a:cubicBezTo>
                <a:lnTo>
                  <a:pt x="4178088" y="433321"/>
                </a:lnTo>
                <a:cubicBezTo>
                  <a:pt x="4167929" y="420115"/>
                  <a:pt x="4146593" y="404877"/>
                  <a:pt x="4115098" y="404877"/>
                </a:cubicBezTo>
                <a:close/>
                <a:moveTo>
                  <a:pt x="0" y="0"/>
                </a:moveTo>
                <a:lnTo>
                  <a:pt x="5880100" y="0"/>
                </a:lnTo>
                <a:lnTo>
                  <a:pt x="5880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8" y="1989138"/>
            <a:ext cx="5040000" cy="3835662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A0110617-EBBF-6844-8C49-866445C5CF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5039999" cy="728838"/>
          </a:xfrm>
        </p:spPr>
        <p:txBody>
          <a:bodyPr wrap="squar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652FDEA-9E6F-E248-A38D-8C3248EBF9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1366039"/>
            <a:ext cx="5039999" cy="274663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FACCF14-ED7D-1F48-AA75-71F61F500A4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744072" y="1989138"/>
            <a:ext cx="4602556" cy="3835662"/>
          </a:xfrm>
          <a:prstGeom prst="roundRect">
            <a:avLst>
              <a:gd name="adj" fmla="val 3354"/>
            </a:avLst>
          </a:prstGeom>
          <a:solidFill>
            <a:schemeClr val="bg1">
              <a:alpha val="90000"/>
            </a:schemeClr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3804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0">
              <a:lnSpc>
                <a:spcPct val="100000"/>
              </a:lnSpc>
              <a:buFont typeface="Arial" charset="0"/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jdelijke aanduiding voor dianummer 5">
            <a:extLst>
              <a:ext uri="{FF2B5EF4-FFF2-40B4-BE49-F238E27FC236}">
                <a16:creationId xmlns:a16="http://schemas.microsoft.com/office/drawing/2014/main" id="{21EB5DFD-55E0-7A46-AFC3-69758A8C7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36160" y="6171371"/>
            <a:ext cx="4655840" cy="684724"/>
          </a:xfrm>
          <a:prstGeom prst="rect">
            <a:avLst/>
          </a:prstGeom>
          <a:blipFill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0" tIns="54000" rIns="396000" bIns="0" rtlCol="0" anchor="ctr" anchorCtr="0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D3F63D28-49C9-D947-BB50-840EF95F43B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7181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27291FDF-11E4-844A-96B9-AE2D23F9944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839787" y="1989138"/>
            <a:ext cx="3238733" cy="684000"/>
          </a:xfrm>
          <a:prstGeom prst="roundRect">
            <a:avLst/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839787" y="2673138"/>
            <a:ext cx="3238733" cy="1104384"/>
          </a:xfrm>
          <a:solidFill>
            <a:schemeClr val="bg1"/>
          </a:solidFill>
        </p:spPr>
        <p:txBody>
          <a:bodyPr wrap="square">
            <a:no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839787" y="3961938"/>
            <a:ext cx="3238733" cy="684000"/>
          </a:xfrm>
          <a:prstGeom prst="roundRect">
            <a:avLst/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18" hasCustomPrompt="1"/>
          </p:nvPr>
        </p:nvSpPr>
        <p:spPr>
          <a:xfrm>
            <a:off x="839787" y="4645938"/>
            <a:ext cx="3238733" cy="1104384"/>
          </a:xfrm>
          <a:solidFill>
            <a:schemeClr val="bg1"/>
          </a:solidFill>
        </p:spPr>
        <p:txBody>
          <a:bodyPr wrap="square">
            <a:no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nl-NL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4485393" y="1989138"/>
            <a:ext cx="3229973" cy="684000"/>
          </a:xfrm>
          <a:prstGeom prst="roundRect">
            <a:avLst/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4485393" y="2673138"/>
            <a:ext cx="3229973" cy="1104384"/>
          </a:xfrm>
          <a:solidFill>
            <a:schemeClr val="bg1"/>
          </a:solidFill>
        </p:spPr>
        <p:txBody>
          <a:bodyPr wrap="square">
            <a:no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9"/>
          <p:cNvSpPr>
            <a:spLocks noGrp="1"/>
          </p:cNvSpPr>
          <p:nvPr>
            <p:ph type="body" sz="quarter" idx="21" hasCustomPrompt="1"/>
          </p:nvPr>
        </p:nvSpPr>
        <p:spPr>
          <a:xfrm>
            <a:off x="4485393" y="3961938"/>
            <a:ext cx="3229973" cy="684000"/>
          </a:xfrm>
          <a:prstGeom prst="roundRect">
            <a:avLst/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9"/>
          <p:cNvSpPr>
            <a:spLocks noGrp="1"/>
          </p:cNvSpPr>
          <p:nvPr>
            <p:ph type="body" sz="quarter" idx="22" hasCustomPrompt="1"/>
          </p:nvPr>
        </p:nvSpPr>
        <p:spPr>
          <a:xfrm>
            <a:off x="4485393" y="4645938"/>
            <a:ext cx="3229973" cy="1104384"/>
          </a:xfrm>
          <a:solidFill>
            <a:schemeClr val="bg1"/>
          </a:solidFill>
        </p:spPr>
        <p:txBody>
          <a:bodyPr wrap="square">
            <a:no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nl-NL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8122239" y="1989138"/>
            <a:ext cx="3229974" cy="684000"/>
          </a:xfrm>
          <a:prstGeom prst="roundRect">
            <a:avLst/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3" name="Text Placeholder 19"/>
          <p:cNvSpPr>
            <a:spLocks noGrp="1"/>
          </p:cNvSpPr>
          <p:nvPr>
            <p:ph type="body" sz="quarter" idx="24" hasCustomPrompt="1"/>
          </p:nvPr>
        </p:nvSpPr>
        <p:spPr>
          <a:xfrm>
            <a:off x="8122239" y="2673138"/>
            <a:ext cx="3229974" cy="1104384"/>
          </a:xfrm>
          <a:solidFill>
            <a:schemeClr val="bg1"/>
          </a:solidFill>
        </p:spPr>
        <p:txBody>
          <a:bodyPr wrap="square">
            <a:no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9"/>
          <p:cNvSpPr>
            <a:spLocks noGrp="1"/>
          </p:cNvSpPr>
          <p:nvPr>
            <p:ph type="body" sz="quarter" idx="25" hasCustomPrompt="1"/>
          </p:nvPr>
        </p:nvSpPr>
        <p:spPr>
          <a:xfrm>
            <a:off x="8122239" y="3961938"/>
            <a:ext cx="3229974" cy="684000"/>
          </a:xfrm>
          <a:prstGeom prst="roundRect">
            <a:avLst/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9"/>
          <p:cNvSpPr>
            <a:spLocks noGrp="1"/>
          </p:cNvSpPr>
          <p:nvPr>
            <p:ph type="body" sz="quarter" idx="26" hasCustomPrompt="1"/>
          </p:nvPr>
        </p:nvSpPr>
        <p:spPr>
          <a:xfrm>
            <a:off x="8122239" y="4645938"/>
            <a:ext cx="3229974" cy="1104384"/>
          </a:xfrm>
          <a:solidFill>
            <a:schemeClr val="bg1"/>
          </a:solidFill>
        </p:spPr>
        <p:txBody>
          <a:bodyPr wrap="square">
            <a:no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nl-NL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72823494-CD15-9049-A47C-C99099D00D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728838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865FB093-6ACD-E747-98C0-F16FBA07D96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9788" y="1366039"/>
            <a:ext cx="7560468" cy="274663"/>
          </a:xfrm>
        </p:spPr>
        <p:txBody>
          <a:bodyPr wrap="square"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</p:spTree>
    <p:extLst>
      <p:ext uri="{BB962C8B-B14F-4D97-AF65-F5344CB8AC3E}">
        <p14:creationId xmlns:p14="http://schemas.microsoft.com/office/powerpoint/2010/main" val="41902909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xed head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25EED34-690F-CB41-8188-BB2E7E64F79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Tijdelijke aanduiding voor titel 1">
            <a:extLst>
              <a:ext uri="{FF2B5EF4-FFF2-40B4-BE49-F238E27FC236}">
                <a16:creationId xmlns:a16="http://schemas.microsoft.com/office/drawing/2014/main" id="{9FD576D2-650F-5142-A42C-138C7D767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1989138"/>
            <a:ext cx="10512425" cy="374411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r>
              <a:rPr lang="en-GB"/>
              <a:t>Fixed heading</a:t>
            </a:r>
            <a:br>
              <a:rPr lang="en-GB"/>
            </a:br>
            <a:r>
              <a:rPr lang="en-GB"/>
              <a:t>(statement)</a:t>
            </a:r>
          </a:p>
        </p:txBody>
      </p:sp>
    </p:spTree>
    <p:extLst>
      <p:ext uri="{BB962C8B-B14F-4D97-AF65-F5344CB8AC3E}">
        <p14:creationId xmlns:p14="http://schemas.microsoft.com/office/powerpoint/2010/main" val="4167391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xed heading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E86A3CD-BFF1-9C47-8123-2D96930586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16680" cy="1993166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Tijdelijke aanduiding voor titel 1">
            <a:extLst>
              <a:ext uri="{FF2B5EF4-FFF2-40B4-BE49-F238E27FC236}">
                <a16:creationId xmlns:a16="http://schemas.microsoft.com/office/drawing/2014/main" id="{9FD576D2-650F-5142-A42C-138C7D767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1989138"/>
            <a:ext cx="10512425" cy="374411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GB"/>
              <a:t>Fixed heading</a:t>
            </a:r>
            <a:br>
              <a:rPr lang="en-GB"/>
            </a:br>
            <a:r>
              <a:rPr lang="en-GB"/>
              <a:t>(statement)</a:t>
            </a:r>
          </a:p>
        </p:txBody>
      </p:sp>
      <p:pic>
        <p:nvPicPr>
          <p:cNvPr id="10" name="Afbeelding 6">
            <a:extLst>
              <a:ext uri="{FF2B5EF4-FFF2-40B4-BE49-F238E27FC236}">
                <a16:creationId xmlns:a16="http://schemas.microsoft.com/office/drawing/2014/main" id="{87BE5CFF-9A1C-D54B-88BE-530FDDDED4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3181" y="404813"/>
            <a:ext cx="179838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8742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fac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64320773-C8EA-9040-B2E4-8AFDE3D9B13F}"/>
              </a:ext>
            </a:extLst>
          </p:cNvPr>
          <p:cNvSpPr/>
          <p:nvPr userDrawn="1"/>
        </p:nvSpPr>
        <p:spPr>
          <a:xfrm>
            <a:off x="8796213" y="309511"/>
            <a:ext cx="3227834" cy="944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2" name="Picture Placeholder 71">
            <a:extLst>
              <a:ext uri="{FF2B5EF4-FFF2-40B4-BE49-F238E27FC236}">
                <a16:creationId xmlns:a16="http://schemas.microsoft.com/office/drawing/2014/main" id="{6EEDB3E7-0D59-044E-819C-2FB68D7917F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314" cy="3429000"/>
          </a:xfrm>
          <a:custGeom>
            <a:avLst/>
            <a:gdLst>
              <a:gd name="connsiteX0" fmla="*/ 11686092 w 12192314"/>
              <a:gd name="connsiteY0" fmla="*/ 647673 h 3429000"/>
              <a:gd name="connsiteX1" fmla="*/ 11749082 w 12192314"/>
              <a:gd name="connsiteY1" fmla="*/ 722847 h 3429000"/>
              <a:gd name="connsiteX2" fmla="*/ 11661708 w 12192314"/>
              <a:gd name="connsiteY2" fmla="*/ 798021 h 3429000"/>
              <a:gd name="connsiteX3" fmla="*/ 11598719 w 12192314"/>
              <a:gd name="connsiteY3" fmla="*/ 722847 h 3429000"/>
              <a:gd name="connsiteX4" fmla="*/ 11686092 w 12192314"/>
              <a:gd name="connsiteY4" fmla="*/ 647673 h 3429000"/>
              <a:gd name="connsiteX5" fmla="*/ 11246179 w 12192314"/>
              <a:gd name="connsiteY5" fmla="*/ 643608 h 3429000"/>
              <a:gd name="connsiteX6" fmla="*/ 11297993 w 12192314"/>
              <a:gd name="connsiteY6" fmla="*/ 697448 h 3429000"/>
              <a:gd name="connsiteX7" fmla="*/ 11175062 w 12192314"/>
              <a:gd name="connsiteY7" fmla="*/ 697448 h 3429000"/>
              <a:gd name="connsiteX8" fmla="*/ 11246179 w 12192314"/>
              <a:gd name="connsiteY8" fmla="*/ 643608 h 3429000"/>
              <a:gd name="connsiteX9" fmla="*/ 10636600 w 12192314"/>
              <a:gd name="connsiteY9" fmla="*/ 614148 h 3429000"/>
              <a:gd name="connsiteX10" fmla="*/ 10616281 w 12192314"/>
              <a:gd name="connsiteY10" fmla="*/ 738084 h 3429000"/>
              <a:gd name="connsiteX11" fmla="*/ 10693494 w 12192314"/>
              <a:gd name="connsiteY11" fmla="*/ 837640 h 3429000"/>
              <a:gd name="connsiteX12" fmla="*/ 10803218 w 12192314"/>
              <a:gd name="connsiteY12" fmla="*/ 738084 h 3429000"/>
              <a:gd name="connsiteX13" fmla="*/ 10823537 w 12192314"/>
              <a:gd name="connsiteY13" fmla="*/ 614148 h 3429000"/>
              <a:gd name="connsiteX14" fmla="*/ 10780866 w 12192314"/>
              <a:gd name="connsiteY14" fmla="*/ 614148 h 3429000"/>
              <a:gd name="connsiteX15" fmla="*/ 10761563 w 12192314"/>
              <a:gd name="connsiteY15" fmla="*/ 734021 h 3429000"/>
              <a:gd name="connsiteX16" fmla="*/ 10700606 w 12192314"/>
              <a:gd name="connsiteY16" fmla="*/ 799037 h 3429000"/>
              <a:gd name="connsiteX17" fmla="*/ 10659967 w 12192314"/>
              <a:gd name="connsiteY17" fmla="*/ 734021 h 3429000"/>
              <a:gd name="connsiteX18" fmla="*/ 10679271 w 12192314"/>
              <a:gd name="connsiteY18" fmla="*/ 614148 h 3429000"/>
              <a:gd name="connsiteX19" fmla="*/ 11692188 w 12192314"/>
              <a:gd name="connsiteY19" fmla="*/ 608053 h 3429000"/>
              <a:gd name="connsiteX20" fmla="*/ 11556048 w 12192314"/>
              <a:gd name="connsiteY20" fmla="*/ 722847 h 3429000"/>
              <a:gd name="connsiteX21" fmla="*/ 11655613 w 12192314"/>
              <a:gd name="connsiteY21" fmla="*/ 837640 h 3429000"/>
              <a:gd name="connsiteX22" fmla="*/ 11791752 w 12192314"/>
              <a:gd name="connsiteY22" fmla="*/ 722847 h 3429000"/>
              <a:gd name="connsiteX23" fmla="*/ 11692188 w 12192314"/>
              <a:gd name="connsiteY23" fmla="*/ 608053 h 3429000"/>
              <a:gd name="connsiteX24" fmla="*/ 11251259 w 12192314"/>
              <a:gd name="connsiteY24" fmla="*/ 608052 h 3429000"/>
              <a:gd name="connsiteX25" fmla="*/ 11125279 w 12192314"/>
              <a:gd name="connsiteY25" fmla="*/ 724878 h 3429000"/>
              <a:gd name="connsiteX26" fmla="*/ 11215701 w 12192314"/>
              <a:gd name="connsiteY26" fmla="*/ 838655 h 3429000"/>
              <a:gd name="connsiteX27" fmla="*/ 11327457 w 12192314"/>
              <a:gd name="connsiteY27" fmla="*/ 779734 h 3429000"/>
              <a:gd name="connsiteX28" fmla="*/ 11294946 w 12192314"/>
              <a:gd name="connsiteY28" fmla="*/ 759418 h 3429000"/>
              <a:gd name="connsiteX29" fmla="*/ 11221796 w 12192314"/>
              <a:gd name="connsiteY29" fmla="*/ 801068 h 3429000"/>
              <a:gd name="connsiteX30" fmla="*/ 11166934 w 12192314"/>
              <a:gd name="connsiteY30" fmla="*/ 728941 h 3429000"/>
              <a:gd name="connsiteX31" fmla="*/ 11334569 w 12192314"/>
              <a:gd name="connsiteY31" fmla="*/ 728941 h 3429000"/>
              <a:gd name="connsiteX32" fmla="*/ 11335585 w 12192314"/>
              <a:gd name="connsiteY32" fmla="*/ 722845 h 3429000"/>
              <a:gd name="connsiteX33" fmla="*/ 11251259 w 12192314"/>
              <a:gd name="connsiteY33" fmla="*/ 608052 h 3429000"/>
              <a:gd name="connsiteX34" fmla="*/ 11499154 w 12192314"/>
              <a:gd name="connsiteY34" fmla="*/ 607037 h 3429000"/>
              <a:gd name="connsiteX35" fmla="*/ 11359967 w 12192314"/>
              <a:gd name="connsiteY35" fmla="*/ 723863 h 3429000"/>
              <a:gd name="connsiteX36" fmla="*/ 11459531 w 12192314"/>
              <a:gd name="connsiteY36" fmla="*/ 837640 h 3429000"/>
              <a:gd name="connsiteX37" fmla="*/ 11522522 w 12192314"/>
              <a:gd name="connsiteY37" fmla="*/ 823418 h 3429000"/>
              <a:gd name="connsiteX38" fmla="*/ 11530650 w 12192314"/>
              <a:gd name="connsiteY38" fmla="*/ 770593 h 3429000"/>
              <a:gd name="connsiteX39" fmla="*/ 11465627 w 12192314"/>
              <a:gd name="connsiteY39" fmla="*/ 799037 h 3429000"/>
              <a:gd name="connsiteX40" fmla="*/ 11401622 w 12192314"/>
              <a:gd name="connsiteY40" fmla="*/ 721830 h 3429000"/>
              <a:gd name="connsiteX41" fmla="*/ 11486963 w 12192314"/>
              <a:gd name="connsiteY41" fmla="*/ 645640 h 3429000"/>
              <a:gd name="connsiteX42" fmla="*/ 11545889 w 12192314"/>
              <a:gd name="connsiteY42" fmla="*/ 675101 h 3429000"/>
              <a:gd name="connsiteX43" fmla="*/ 11555033 w 12192314"/>
              <a:gd name="connsiteY43" fmla="*/ 621259 h 3429000"/>
              <a:gd name="connsiteX44" fmla="*/ 11499154 w 12192314"/>
              <a:gd name="connsiteY44" fmla="*/ 607037 h 3429000"/>
              <a:gd name="connsiteX45" fmla="*/ 11112072 w 12192314"/>
              <a:gd name="connsiteY45" fmla="*/ 607037 h 3429000"/>
              <a:gd name="connsiteX46" fmla="*/ 11045019 w 12192314"/>
              <a:gd name="connsiteY46" fmla="*/ 648687 h 3429000"/>
              <a:gd name="connsiteX47" fmla="*/ 11044002 w 12192314"/>
              <a:gd name="connsiteY47" fmla="*/ 648687 h 3429000"/>
              <a:gd name="connsiteX48" fmla="*/ 11049082 w 12192314"/>
              <a:gd name="connsiteY48" fmla="*/ 613133 h 3429000"/>
              <a:gd name="connsiteX49" fmla="*/ 11006412 w 12192314"/>
              <a:gd name="connsiteY49" fmla="*/ 613133 h 3429000"/>
              <a:gd name="connsiteX50" fmla="*/ 10971869 w 12192314"/>
              <a:gd name="connsiteY50" fmla="*/ 829513 h 3429000"/>
              <a:gd name="connsiteX51" fmla="*/ 11014540 w 12192314"/>
              <a:gd name="connsiteY51" fmla="*/ 829513 h 3429000"/>
              <a:gd name="connsiteX52" fmla="*/ 11031811 w 12192314"/>
              <a:gd name="connsiteY52" fmla="*/ 722846 h 3429000"/>
              <a:gd name="connsiteX53" fmla="*/ 11095816 w 12192314"/>
              <a:gd name="connsiteY53" fmla="*/ 645640 h 3429000"/>
              <a:gd name="connsiteX54" fmla="*/ 11120200 w 12192314"/>
              <a:gd name="connsiteY54" fmla="*/ 654783 h 3429000"/>
              <a:gd name="connsiteX55" fmla="*/ 11145599 w 12192314"/>
              <a:gd name="connsiteY55" fmla="*/ 617196 h 3429000"/>
              <a:gd name="connsiteX56" fmla="*/ 11112072 w 12192314"/>
              <a:gd name="connsiteY56" fmla="*/ 607037 h 3429000"/>
              <a:gd name="connsiteX57" fmla="*/ 10520780 w 12192314"/>
              <a:gd name="connsiteY57" fmla="*/ 607037 h 3429000"/>
              <a:gd name="connsiteX58" fmla="*/ 10447631 w 12192314"/>
              <a:gd name="connsiteY58" fmla="*/ 642593 h 3429000"/>
              <a:gd name="connsiteX59" fmla="*/ 10452710 w 12192314"/>
              <a:gd name="connsiteY59" fmla="*/ 614149 h 3429000"/>
              <a:gd name="connsiteX60" fmla="*/ 10410040 w 12192314"/>
              <a:gd name="connsiteY60" fmla="*/ 614149 h 3429000"/>
              <a:gd name="connsiteX61" fmla="*/ 10374481 w 12192314"/>
              <a:gd name="connsiteY61" fmla="*/ 829513 h 3429000"/>
              <a:gd name="connsiteX62" fmla="*/ 10417152 w 12192314"/>
              <a:gd name="connsiteY62" fmla="*/ 829513 h 3429000"/>
              <a:gd name="connsiteX63" fmla="*/ 10433407 w 12192314"/>
              <a:gd name="connsiteY63" fmla="*/ 729958 h 3429000"/>
              <a:gd name="connsiteX64" fmla="*/ 10502493 w 12192314"/>
              <a:gd name="connsiteY64" fmla="*/ 643608 h 3429000"/>
              <a:gd name="connsiteX65" fmla="*/ 10541099 w 12192314"/>
              <a:gd name="connsiteY65" fmla="*/ 705577 h 3429000"/>
              <a:gd name="connsiteX66" fmla="*/ 10520780 w 12192314"/>
              <a:gd name="connsiteY66" fmla="*/ 829513 h 3429000"/>
              <a:gd name="connsiteX67" fmla="*/ 10563450 w 12192314"/>
              <a:gd name="connsiteY67" fmla="*/ 829513 h 3429000"/>
              <a:gd name="connsiteX68" fmla="*/ 10583769 w 12192314"/>
              <a:gd name="connsiteY68" fmla="*/ 700498 h 3429000"/>
              <a:gd name="connsiteX69" fmla="*/ 10520780 w 12192314"/>
              <a:gd name="connsiteY69" fmla="*/ 607037 h 3429000"/>
              <a:gd name="connsiteX70" fmla="*/ 10897703 w 12192314"/>
              <a:gd name="connsiteY70" fmla="*/ 545068 h 3429000"/>
              <a:gd name="connsiteX71" fmla="*/ 10886528 w 12192314"/>
              <a:gd name="connsiteY71" fmla="*/ 614148 h 3429000"/>
              <a:gd name="connsiteX72" fmla="*/ 10864176 w 12192314"/>
              <a:gd name="connsiteY72" fmla="*/ 614148 h 3429000"/>
              <a:gd name="connsiteX73" fmla="*/ 10857065 w 12192314"/>
              <a:gd name="connsiteY73" fmla="*/ 652751 h 3429000"/>
              <a:gd name="connsiteX74" fmla="*/ 10880432 w 12192314"/>
              <a:gd name="connsiteY74" fmla="*/ 652751 h 3429000"/>
              <a:gd name="connsiteX75" fmla="*/ 10851985 w 12192314"/>
              <a:gd name="connsiteY75" fmla="*/ 830528 h 3429000"/>
              <a:gd name="connsiteX76" fmla="*/ 10894656 w 12192314"/>
              <a:gd name="connsiteY76" fmla="*/ 830528 h 3429000"/>
              <a:gd name="connsiteX77" fmla="*/ 10923102 w 12192314"/>
              <a:gd name="connsiteY77" fmla="*/ 652751 h 3429000"/>
              <a:gd name="connsiteX78" fmla="*/ 10970853 w 12192314"/>
              <a:gd name="connsiteY78" fmla="*/ 652751 h 3429000"/>
              <a:gd name="connsiteX79" fmla="*/ 10976949 w 12192314"/>
              <a:gd name="connsiteY79" fmla="*/ 614148 h 3429000"/>
              <a:gd name="connsiteX80" fmla="*/ 10929198 w 12192314"/>
              <a:gd name="connsiteY80" fmla="*/ 614148 h 3429000"/>
              <a:gd name="connsiteX81" fmla="*/ 10940374 w 12192314"/>
              <a:gd name="connsiteY81" fmla="*/ 545068 h 3429000"/>
              <a:gd name="connsiteX82" fmla="*/ 10427312 w 12192314"/>
              <a:gd name="connsiteY82" fmla="*/ 404877 h 3429000"/>
              <a:gd name="connsiteX83" fmla="*/ 10311873 w 12192314"/>
              <a:gd name="connsiteY83" fmla="*/ 452877 h 3429000"/>
              <a:gd name="connsiteX84" fmla="*/ 10293962 w 12192314"/>
              <a:gd name="connsiteY84" fmla="*/ 472829 h 3429000"/>
              <a:gd name="connsiteX85" fmla="*/ 10258948 w 12192314"/>
              <a:gd name="connsiteY85" fmla="*/ 480290 h 3429000"/>
              <a:gd name="connsiteX86" fmla="*/ 10112363 w 12192314"/>
              <a:gd name="connsiteY86" fmla="*/ 659861 h 3429000"/>
              <a:gd name="connsiteX87" fmla="*/ 10097123 w 12192314"/>
              <a:gd name="connsiteY87" fmla="*/ 754338 h 3429000"/>
              <a:gd name="connsiteX88" fmla="*/ 9993495 w 12192314"/>
              <a:gd name="connsiteY88" fmla="*/ 980878 h 3429000"/>
              <a:gd name="connsiteX89" fmla="*/ 10164177 w 12192314"/>
              <a:gd name="connsiteY89" fmla="*/ 772624 h 3429000"/>
              <a:gd name="connsiteX90" fmla="*/ 10180433 w 12192314"/>
              <a:gd name="connsiteY90" fmla="*/ 677132 h 3429000"/>
              <a:gd name="connsiteX91" fmla="*/ 10268821 w 12192314"/>
              <a:gd name="connsiteY91" fmla="*/ 482083 h 3429000"/>
              <a:gd name="connsiteX92" fmla="*/ 10284523 w 12192314"/>
              <a:gd name="connsiteY92" fmla="*/ 483344 h 3429000"/>
              <a:gd name="connsiteX93" fmla="*/ 10258011 w 12192314"/>
              <a:gd name="connsiteY93" fmla="*/ 512877 h 3429000"/>
              <a:gd name="connsiteX94" fmla="*/ 10226151 w 12192314"/>
              <a:gd name="connsiteY94" fmla="*/ 596877 h 3429000"/>
              <a:gd name="connsiteX95" fmla="*/ 10199736 w 12192314"/>
              <a:gd name="connsiteY95" fmla="*/ 754338 h 3429000"/>
              <a:gd name="connsiteX96" fmla="*/ 10072740 w 12192314"/>
              <a:gd name="connsiteY96" fmla="*/ 980878 h 3429000"/>
              <a:gd name="connsiteX97" fmla="*/ 10264757 w 12192314"/>
              <a:gd name="connsiteY97" fmla="*/ 788877 h 3429000"/>
              <a:gd name="connsiteX98" fmla="*/ 10294221 w 12192314"/>
              <a:gd name="connsiteY98" fmla="*/ 614148 h 3429000"/>
              <a:gd name="connsiteX99" fmla="*/ 10313318 w 12192314"/>
              <a:gd name="connsiteY99" fmla="*/ 526385 h 3429000"/>
              <a:gd name="connsiteX100" fmla="*/ 10321336 w 12192314"/>
              <a:gd name="connsiteY100" fmla="*/ 502034 h 3429000"/>
              <a:gd name="connsiteX101" fmla="*/ 10339971 w 12192314"/>
              <a:gd name="connsiteY101" fmla="*/ 525512 h 3429000"/>
              <a:gd name="connsiteX102" fmla="*/ 10362290 w 12192314"/>
              <a:gd name="connsiteY102" fmla="*/ 565385 h 3429000"/>
              <a:gd name="connsiteX103" fmla="*/ 10376514 w 12192314"/>
              <a:gd name="connsiteY103" fmla="*/ 496305 h 3429000"/>
              <a:gd name="connsiteX104" fmla="*/ 10352512 w 12192314"/>
              <a:gd name="connsiteY104" fmla="*/ 478020 h 3429000"/>
              <a:gd name="connsiteX105" fmla="*/ 10333196 w 12192314"/>
              <a:gd name="connsiteY105" fmla="*/ 473605 h 3429000"/>
              <a:gd name="connsiteX106" fmla="*/ 10334224 w 12192314"/>
              <a:gd name="connsiteY106" fmla="*/ 471290 h 3429000"/>
              <a:gd name="connsiteX107" fmla="*/ 10382609 w 12192314"/>
              <a:gd name="connsiteY107" fmla="*/ 419099 h 3429000"/>
              <a:gd name="connsiteX108" fmla="*/ 10476078 w 12192314"/>
              <a:gd name="connsiteY108" fmla="*/ 502401 h 3429000"/>
              <a:gd name="connsiteX109" fmla="*/ 10490302 w 12192314"/>
              <a:gd name="connsiteY109" fmla="*/ 433321 h 3429000"/>
              <a:gd name="connsiteX110" fmla="*/ 10427312 w 12192314"/>
              <a:gd name="connsiteY110" fmla="*/ 404877 h 3429000"/>
              <a:gd name="connsiteX111" fmla="*/ 0 w 12192314"/>
              <a:gd name="connsiteY111" fmla="*/ 0 h 3429000"/>
              <a:gd name="connsiteX112" fmla="*/ 6312214 w 12192314"/>
              <a:gd name="connsiteY112" fmla="*/ 0 h 3429000"/>
              <a:gd name="connsiteX113" fmla="*/ 6672064 w 12192314"/>
              <a:gd name="connsiteY113" fmla="*/ 0 h 3429000"/>
              <a:gd name="connsiteX114" fmla="*/ 12192314 w 12192314"/>
              <a:gd name="connsiteY114" fmla="*/ 0 h 3429000"/>
              <a:gd name="connsiteX115" fmla="*/ 12192314 w 12192314"/>
              <a:gd name="connsiteY115" fmla="*/ 3429000 h 3429000"/>
              <a:gd name="connsiteX116" fmla="*/ 0 w 12192314"/>
              <a:gd name="connsiteY116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12192314" h="3429000">
                <a:moveTo>
                  <a:pt x="11686092" y="647673"/>
                </a:moveTo>
                <a:cubicBezTo>
                  <a:pt x="11727747" y="647673"/>
                  <a:pt x="11756193" y="681196"/>
                  <a:pt x="11749082" y="722847"/>
                </a:cubicBezTo>
                <a:cubicBezTo>
                  <a:pt x="11742986" y="763482"/>
                  <a:pt x="11703363" y="798021"/>
                  <a:pt x="11661708" y="798021"/>
                </a:cubicBezTo>
                <a:cubicBezTo>
                  <a:pt x="11620054" y="798021"/>
                  <a:pt x="11592623" y="763482"/>
                  <a:pt x="11598719" y="722847"/>
                </a:cubicBezTo>
                <a:cubicBezTo>
                  <a:pt x="11605831" y="681196"/>
                  <a:pt x="11644437" y="646656"/>
                  <a:pt x="11686092" y="647673"/>
                </a:cubicBezTo>
                <a:close/>
                <a:moveTo>
                  <a:pt x="11246179" y="643608"/>
                </a:moveTo>
                <a:cubicBezTo>
                  <a:pt x="11279706" y="643608"/>
                  <a:pt x="11297993" y="664941"/>
                  <a:pt x="11297993" y="697448"/>
                </a:cubicBezTo>
                <a:lnTo>
                  <a:pt x="11175062" y="697448"/>
                </a:lnTo>
                <a:cubicBezTo>
                  <a:pt x="11185221" y="666973"/>
                  <a:pt x="11213668" y="643608"/>
                  <a:pt x="11246179" y="643608"/>
                </a:cubicBezTo>
                <a:close/>
                <a:moveTo>
                  <a:pt x="10636600" y="614148"/>
                </a:moveTo>
                <a:lnTo>
                  <a:pt x="10616281" y="738084"/>
                </a:lnTo>
                <a:cubicBezTo>
                  <a:pt x="10607137" y="797005"/>
                  <a:pt x="10628473" y="837640"/>
                  <a:pt x="10693494" y="837640"/>
                </a:cubicBezTo>
                <a:cubicBezTo>
                  <a:pt x="10758516" y="837640"/>
                  <a:pt x="10794075" y="797005"/>
                  <a:pt x="10803218" y="738084"/>
                </a:cubicBezTo>
                <a:lnTo>
                  <a:pt x="10823537" y="614148"/>
                </a:lnTo>
                <a:lnTo>
                  <a:pt x="10780866" y="614148"/>
                </a:lnTo>
                <a:lnTo>
                  <a:pt x="10761563" y="734021"/>
                </a:lnTo>
                <a:cubicBezTo>
                  <a:pt x="10756484" y="768561"/>
                  <a:pt x="10742260" y="799037"/>
                  <a:pt x="10700606" y="799037"/>
                </a:cubicBezTo>
                <a:cubicBezTo>
                  <a:pt x="10657935" y="799037"/>
                  <a:pt x="10653872" y="768561"/>
                  <a:pt x="10659967" y="734021"/>
                </a:cubicBezTo>
                <a:lnTo>
                  <a:pt x="10679271" y="614148"/>
                </a:lnTo>
                <a:close/>
                <a:moveTo>
                  <a:pt x="11692188" y="608053"/>
                </a:moveTo>
                <a:cubicBezTo>
                  <a:pt x="11626150" y="608053"/>
                  <a:pt x="11566208" y="657830"/>
                  <a:pt x="11556048" y="722847"/>
                </a:cubicBezTo>
                <a:cubicBezTo>
                  <a:pt x="11545889" y="787863"/>
                  <a:pt x="11589575" y="837640"/>
                  <a:pt x="11655613" y="837640"/>
                </a:cubicBezTo>
                <a:cubicBezTo>
                  <a:pt x="11721650" y="837640"/>
                  <a:pt x="11781592" y="787863"/>
                  <a:pt x="11791752" y="722847"/>
                </a:cubicBezTo>
                <a:cubicBezTo>
                  <a:pt x="11802928" y="657830"/>
                  <a:pt x="11759242" y="607037"/>
                  <a:pt x="11692188" y="608053"/>
                </a:cubicBezTo>
                <a:close/>
                <a:moveTo>
                  <a:pt x="11251259" y="608052"/>
                </a:moveTo>
                <a:cubicBezTo>
                  <a:pt x="11180142" y="608052"/>
                  <a:pt x="11136454" y="658845"/>
                  <a:pt x="11125279" y="724878"/>
                </a:cubicBezTo>
                <a:cubicBezTo>
                  <a:pt x="11115120" y="788878"/>
                  <a:pt x="11148647" y="838655"/>
                  <a:pt x="11215701" y="838655"/>
                </a:cubicBezTo>
                <a:cubicBezTo>
                  <a:pt x="11258371" y="838655"/>
                  <a:pt x="11301042" y="817322"/>
                  <a:pt x="11327457" y="779734"/>
                </a:cubicBezTo>
                <a:lnTo>
                  <a:pt x="11294946" y="759418"/>
                </a:lnTo>
                <a:cubicBezTo>
                  <a:pt x="11274627" y="784814"/>
                  <a:pt x="11254307" y="801068"/>
                  <a:pt x="11221796" y="801068"/>
                </a:cubicBezTo>
                <a:cubicBezTo>
                  <a:pt x="11181158" y="801068"/>
                  <a:pt x="11161854" y="765512"/>
                  <a:pt x="11166934" y="728941"/>
                </a:cubicBezTo>
                <a:lnTo>
                  <a:pt x="11334569" y="728941"/>
                </a:lnTo>
                <a:lnTo>
                  <a:pt x="11335585" y="722845"/>
                </a:lnTo>
                <a:cubicBezTo>
                  <a:pt x="11345744" y="658845"/>
                  <a:pt x="11321361" y="608052"/>
                  <a:pt x="11251259" y="608052"/>
                </a:cubicBezTo>
                <a:close/>
                <a:moveTo>
                  <a:pt x="11499154" y="607037"/>
                </a:moveTo>
                <a:cubicBezTo>
                  <a:pt x="11431085" y="607037"/>
                  <a:pt x="11371142" y="656815"/>
                  <a:pt x="11359967" y="723863"/>
                </a:cubicBezTo>
                <a:cubicBezTo>
                  <a:pt x="11348791" y="788878"/>
                  <a:pt x="11394510" y="837640"/>
                  <a:pt x="11459531" y="837640"/>
                </a:cubicBezTo>
                <a:cubicBezTo>
                  <a:pt x="11481883" y="837640"/>
                  <a:pt x="11501186" y="833577"/>
                  <a:pt x="11522522" y="823418"/>
                </a:cubicBezTo>
                <a:lnTo>
                  <a:pt x="11530650" y="770593"/>
                </a:lnTo>
                <a:cubicBezTo>
                  <a:pt x="11511346" y="787863"/>
                  <a:pt x="11490011" y="799037"/>
                  <a:pt x="11465627" y="799037"/>
                </a:cubicBezTo>
                <a:cubicBezTo>
                  <a:pt x="11420925" y="799037"/>
                  <a:pt x="11394510" y="766529"/>
                  <a:pt x="11401622" y="721830"/>
                </a:cubicBezTo>
                <a:cubicBezTo>
                  <a:pt x="11407717" y="681196"/>
                  <a:pt x="11445308" y="645640"/>
                  <a:pt x="11486963" y="645640"/>
                </a:cubicBezTo>
                <a:cubicBezTo>
                  <a:pt x="11513378" y="645640"/>
                  <a:pt x="11531666" y="655799"/>
                  <a:pt x="11545889" y="675101"/>
                </a:cubicBezTo>
                <a:lnTo>
                  <a:pt x="11555033" y="621259"/>
                </a:lnTo>
                <a:cubicBezTo>
                  <a:pt x="11539793" y="612116"/>
                  <a:pt x="11518457" y="607037"/>
                  <a:pt x="11499154" y="607037"/>
                </a:cubicBezTo>
                <a:close/>
                <a:moveTo>
                  <a:pt x="11112072" y="607037"/>
                </a:moveTo>
                <a:cubicBezTo>
                  <a:pt x="11083625" y="607037"/>
                  <a:pt x="11059242" y="623291"/>
                  <a:pt x="11045019" y="648687"/>
                </a:cubicBezTo>
                <a:lnTo>
                  <a:pt x="11044002" y="648687"/>
                </a:lnTo>
                <a:lnTo>
                  <a:pt x="11049082" y="613133"/>
                </a:lnTo>
                <a:lnTo>
                  <a:pt x="11006412" y="613133"/>
                </a:lnTo>
                <a:lnTo>
                  <a:pt x="10971869" y="829513"/>
                </a:lnTo>
                <a:lnTo>
                  <a:pt x="11014540" y="829513"/>
                </a:lnTo>
                <a:lnTo>
                  <a:pt x="11031811" y="722846"/>
                </a:lnTo>
                <a:cubicBezTo>
                  <a:pt x="11037907" y="687291"/>
                  <a:pt x="11050098" y="645640"/>
                  <a:pt x="11095816" y="645640"/>
                </a:cubicBezTo>
                <a:cubicBezTo>
                  <a:pt x="11105977" y="645640"/>
                  <a:pt x="11114105" y="648687"/>
                  <a:pt x="11120200" y="654783"/>
                </a:cubicBezTo>
                <a:lnTo>
                  <a:pt x="11145599" y="617196"/>
                </a:lnTo>
                <a:cubicBezTo>
                  <a:pt x="11135440" y="611100"/>
                  <a:pt x="11124264" y="607037"/>
                  <a:pt x="11112072" y="607037"/>
                </a:cubicBezTo>
                <a:close/>
                <a:moveTo>
                  <a:pt x="10520780" y="607037"/>
                </a:moveTo>
                <a:cubicBezTo>
                  <a:pt x="10494365" y="607037"/>
                  <a:pt x="10465918" y="619227"/>
                  <a:pt x="10447631" y="642593"/>
                </a:cubicBezTo>
                <a:lnTo>
                  <a:pt x="10452710" y="614149"/>
                </a:lnTo>
                <a:lnTo>
                  <a:pt x="10410040" y="614149"/>
                </a:lnTo>
                <a:lnTo>
                  <a:pt x="10374481" y="829513"/>
                </a:lnTo>
                <a:lnTo>
                  <a:pt x="10417152" y="829513"/>
                </a:lnTo>
                <a:lnTo>
                  <a:pt x="10433407" y="729958"/>
                </a:lnTo>
                <a:cubicBezTo>
                  <a:pt x="10440519" y="690339"/>
                  <a:pt x="10447631" y="643608"/>
                  <a:pt x="10502493" y="643608"/>
                </a:cubicBezTo>
                <a:cubicBezTo>
                  <a:pt x="10546179" y="643608"/>
                  <a:pt x="10547195" y="669005"/>
                  <a:pt x="10541099" y="705577"/>
                </a:cubicBezTo>
                <a:lnTo>
                  <a:pt x="10520780" y="829513"/>
                </a:lnTo>
                <a:lnTo>
                  <a:pt x="10563450" y="829513"/>
                </a:lnTo>
                <a:lnTo>
                  <a:pt x="10583769" y="700498"/>
                </a:lnTo>
                <a:cubicBezTo>
                  <a:pt x="10591897" y="647672"/>
                  <a:pt x="10582753" y="607037"/>
                  <a:pt x="10520780" y="607037"/>
                </a:cubicBezTo>
                <a:close/>
                <a:moveTo>
                  <a:pt x="10897703" y="545068"/>
                </a:moveTo>
                <a:lnTo>
                  <a:pt x="10886528" y="614148"/>
                </a:lnTo>
                <a:lnTo>
                  <a:pt x="10864176" y="614148"/>
                </a:lnTo>
                <a:lnTo>
                  <a:pt x="10857065" y="652751"/>
                </a:lnTo>
                <a:lnTo>
                  <a:pt x="10880432" y="652751"/>
                </a:lnTo>
                <a:lnTo>
                  <a:pt x="10851985" y="830528"/>
                </a:lnTo>
                <a:lnTo>
                  <a:pt x="10894656" y="830528"/>
                </a:lnTo>
                <a:lnTo>
                  <a:pt x="10923102" y="652751"/>
                </a:lnTo>
                <a:lnTo>
                  <a:pt x="10970853" y="652751"/>
                </a:lnTo>
                <a:lnTo>
                  <a:pt x="10976949" y="614148"/>
                </a:lnTo>
                <a:lnTo>
                  <a:pt x="10929198" y="614148"/>
                </a:lnTo>
                <a:lnTo>
                  <a:pt x="10940374" y="545068"/>
                </a:lnTo>
                <a:close/>
                <a:moveTo>
                  <a:pt x="10427312" y="404877"/>
                </a:moveTo>
                <a:cubicBezTo>
                  <a:pt x="10396833" y="404877"/>
                  <a:pt x="10351877" y="420877"/>
                  <a:pt x="10311873" y="452877"/>
                </a:cubicBezTo>
                <a:lnTo>
                  <a:pt x="10293962" y="472829"/>
                </a:lnTo>
                <a:lnTo>
                  <a:pt x="10258948" y="480290"/>
                </a:lnTo>
                <a:cubicBezTo>
                  <a:pt x="10199228" y="503861"/>
                  <a:pt x="10128364" y="563861"/>
                  <a:pt x="10112363" y="659861"/>
                </a:cubicBezTo>
                <a:lnTo>
                  <a:pt x="10097123" y="754338"/>
                </a:lnTo>
                <a:cubicBezTo>
                  <a:pt x="10071724" y="907735"/>
                  <a:pt x="10058517" y="943291"/>
                  <a:pt x="9993495" y="980878"/>
                </a:cubicBezTo>
                <a:cubicBezTo>
                  <a:pt x="10040229" y="972751"/>
                  <a:pt x="10138778" y="928053"/>
                  <a:pt x="10164177" y="772624"/>
                </a:cubicBezTo>
                <a:lnTo>
                  <a:pt x="10180433" y="677132"/>
                </a:lnTo>
                <a:cubicBezTo>
                  <a:pt x="10204816" y="533892"/>
                  <a:pt x="10233263" y="504433"/>
                  <a:pt x="10268821" y="482083"/>
                </a:cubicBezTo>
                <a:lnTo>
                  <a:pt x="10284523" y="483344"/>
                </a:lnTo>
                <a:lnTo>
                  <a:pt x="10258011" y="512877"/>
                </a:lnTo>
                <a:cubicBezTo>
                  <a:pt x="10242914" y="536877"/>
                  <a:pt x="10231485" y="564877"/>
                  <a:pt x="10226151" y="596877"/>
                </a:cubicBezTo>
                <a:lnTo>
                  <a:pt x="10199736" y="754338"/>
                </a:lnTo>
                <a:cubicBezTo>
                  <a:pt x="10179416" y="876242"/>
                  <a:pt x="10137762" y="943290"/>
                  <a:pt x="10072740" y="980878"/>
                </a:cubicBezTo>
                <a:cubicBezTo>
                  <a:pt x="10113379" y="977830"/>
                  <a:pt x="10241391" y="929068"/>
                  <a:pt x="10264757" y="788877"/>
                </a:cubicBezTo>
                <a:lnTo>
                  <a:pt x="10294221" y="614148"/>
                </a:lnTo>
                <a:cubicBezTo>
                  <a:pt x="10300317" y="578338"/>
                  <a:pt x="10306667" y="549639"/>
                  <a:pt x="10313318" y="526385"/>
                </a:cubicBezTo>
                <a:lnTo>
                  <a:pt x="10321336" y="502034"/>
                </a:lnTo>
                <a:lnTo>
                  <a:pt x="10339971" y="525512"/>
                </a:lnTo>
                <a:cubicBezTo>
                  <a:pt x="10347114" y="536623"/>
                  <a:pt x="10354416" y="549893"/>
                  <a:pt x="10362290" y="565385"/>
                </a:cubicBezTo>
                <a:lnTo>
                  <a:pt x="10376514" y="496305"/>
                </a:lnTo>
                <a:cubicBezTo>
                  <a:pt x="10370926" y="490210"/>
                  <a:pt x="10363052" y="483353"/>
                  <a:pt x="10352512" y="478020"/>
                </a:cubicBezTo>
                <a:lnTo>
                  <a:pt x="10333196" y="473605"/>
                </a:lnTo>
                <a:lnTo>
                  <a:pt x="10334224" y="471290"/>
                </a:lnTo>
                <a:cubicBezTo>
                  <a:pt x="10348829" y="443226"/>
                  <a:pt x="10364830" y="430274"/>
                  <a:pt x="10382609" y="419099"/>
                </a:cubicBezTo>
                <a:cubicBezTo>
                  <a:pt x="10422232" y="414020"/>
                  <a:pt x="10444583" y="440433"/>
                  <a:pt x="10476078" y="502401"/>
                </a:cubicBezTo>
                <a:lnTo>
                  <a:pt x="10490302" y="433321"/>
                </a:lnTo>
                <a:cubicBezTo>
                  <a:pt x="10480143" y="420115"/>
                  <a:pt x="10458807" y="404877"/>
                  <a:pt x="10427312" y="404877"/>
                </a:cubicBezTo>
                <a:close/>
                <a:moveTo>
                  <a:pt x="0" y="0"/>
                </a:moveTo>
                <a:lnTo>
                  <a:pt x="6312214" y="0"/>
                </a:lnTo>
                <a:lnTo>
                  <a:pt x="6672064" y="0"/>
                </a:lnTo>
                <a:lnTo>
                  <a:pt x="12192314" y="0"/>
                </a:lnTo>
                <a:lnTo>
                  <a:pt x="12192314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bIns="540000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D8445225-67E8-314C-A045-CDA2DDC241E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20"/>
          </p:nvPr>
        </p:nvSpPr>
        <p:spPr>
          <a:xfrm>
            <a:off x="2574486" y="1808999"/>
            <a:ext cx="1634133" cy="1904401"/>
          </a:xfrm>
          <a:prstGeom prst="roundRect">
            <a:avLst>
              <a:gd name="adj" fmla="val 8935"/>
            </a:avLst>
          </a:prstGeo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7">
            <a:extLst>
              <a:ext uri="{FF2B5EF4-FFF2-40B4-BE49-F238E27FC236}">
                <a16:creationId xmlns:a16="http://schemas.microsoft.com/office/drawing/2014/main" id="{0E799220-F9D3-484B-A2D8-994E5A3F896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369511" y="1808999"/>
            <a:ext cx="1634133" cy="1904401"/>
          </a:xfrm>
          <a:prstGeom prst="roundRect">
            <a:avLst>
              <a:gd name="adj" fmla="val 8935"/>
            </a:avLst>
          </a:prstGeo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7">
            <a:extLst>
              <a:ext uri="{FF2B5EF4-FFF2-40B4-BE49-F238E27FC236}">
                <a16:creationId xmlns:a16="http://schemas.microsoft.com/office/drawing/2014/main" id="{C2626B4A-E792-0A4E-B4D4-BC4BD98F2ED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164536" y="1808999"/>
            <a:ext cx="1634133" cy="1904401"/>
          </a:xfrm>
          <a:prstGeom prst="roundRect">
            <a:avLst>
              <a:gd name="adj" fmla="val 8935"/>
            </a:avLst>
          </a:prstGeo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7">
            <a:extLst>
              <a:ext uri="{FF2B5EF4-FFF2-40B4-BE49-F238E27FC236}">
                <a16:creationId xmlns:a16="http://schemas.microsoft.com/office/drawing/2014/main" id="{0FCF6CB7-41C4-9F49-89B9-7931AEEE8C9F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959561" y="1808999"/>
            <a:ext cx="1634133" cy="1904401"/>
          </a:xfrm>
          <a:prstGeom prst="roundRect">
            <a:avLst>
              <a:gd name="adj" fmla="val 8935"/>
            </a:avLst>
          </a:prstGeo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4" hasCustomPrompt="1"/>
          </p:nvPr>
        </p:nvSpPr>
        <p:spPr>
          <a:xfrm>
            <a:off x="2574486" y="3429000"/>
            <a:ext cx="1634132" cy="1620933"/>
          </a:xfrm>
          <a:prstGeom prst="roundRect">
            <a:avLst>
              <a:gd name="adj" fmla="val 10485"/>
            </a:avLst>
          </a:prstGeom>
          <a:solidFill>
            <a:schemeClr val="accent1"/>
          </a:solidFill>
        </p:spPr>
        <p:txBody>
          <a:bodyPr lIns="144000" tIns="108000" rIns="144000" bIns="1440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DF491F23-6FE4-7747-AD07-B0E2A8AE016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69511" y="3429000"/>
            <a:ext cx="1634132" cy="1620933"/>
          </a:xfrm>
          <a:prstGeom prst="roundRect">
            <a:avLst>
              <a:gd name="adj" fmla="val 10485"/>
            </a:avLst>
          </a:prstGeom>
          <a:solidFill>
            <a:schemeClr val="accent1"/>
          </a:solidFill>
        </p:spPr>
        <p:txBody>
          <a:bodyPr lIns="144000" tIns="108000" rIns="144000" bIns="1440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22B95DF2-3DB5-A94C-BE0A-0D784CD723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64536" y="3429000"/>
            <a:ext cx="1634132" cy="1620933"/>
          </a:xfrm>
          <a:prstGeom prst="roundRect">
            <a:avLst>
              <a:gd name="adj" fmla="val 10485"/>
            </a:avLst>
          </a:prstGeom>
          <a:solidFill>
            <a:schemeClr val="accent1"/>
          </a:solidFill>
        </p:spPr>
        <p:txBody>
          <a:bodyPr lIns="144000" tIns="108000" rIns="144000" bIns="1440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9567D680-F1E0-844D-85B3-C1F728B7B7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59562" y="3429000"/>
            <a:ext cx="1634132" cy="1620933"/>
          </a:xfrm>
          <a:prstGeom prst="roundRect">
            <a:avLst>
              <a:gd name="adj" fmla="val 10485"/>
            </a:avLst>
          </a:prstGeom>
          <a:solidFill>
            <a:schemeClr val="accent1"/>
          </a:solidFill>
        </p:spPr>
        <p:txBody>
          <a:bodyPr lIns="144000" tIns="108000" rIns="144000" bIns="1440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5" name="Titel 1">
            <a:extLst>
              <a:ext uri="{FF2B5EF4-FFF2-40B4-BE49-F238E27FC236}">
                <a16:creationId xmlns:a16="http://schemas.microsoft.com/office/drawing/2014/main" id="{91CFA21A-8A4C-C14B-B955-1C0F783F06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728838"/>
          </a:xfrm>
        </p:spPr>
        <p:txBody>
          <a:bodyPr wrap="square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</p:spTree>
    <p:extLst>
      <p:ext uri="{BB962C8B-B14F-4D97-AF65-F5344CB8AC3E}">
        <p14:creationId xmlns:p14="http://schemas.microsoft.com/office/powerpoint/2010/main" val="3748232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6C09293-EE06-2D44-A7D0-4351AD618966}"/>
              </a:ext>
            </a:extLst>
          </p:cNvPr>
          <p:cNvSpPr/>
          <p:nvPr userDrawn="1"/>
        </p:nvSpPr>
        <p:spPr>
          <a:xfrm>
            <a:off x="8796213" y="309511"/>
            <a:ext cx="3227834" cy="944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6A25699-FB4C-1746-8982-CCFAA658D10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0"/>
            <a:ext cx="12192314" cy="6858000"/>
          </a:xfrm>
          <a:custGeom>
            <a:avLst/>
            <a:gdLst>
              <a:gd name="connsiteX0" fmla="*/ 11686092 w 12192314"/>
              <a:gd name="connsiteY0" fmla="*/ 647673 h 6858000"/>
              <a:gd name="connsiteX1" fmla="*/ 11749082 w 12192314"/>
              <a:gd name="connsiteY1" fmla="*/ 722847 h 6858000"/>
              <a:gd name="connsiteX2" fmla="*/ 11661708 w 12192314"/>
              <a:gd name="connsiteY2" fmla="*/ 798021 h 6858000"/>
              <a:gd name="connsiteX3" fmla="*/ 11598719 w 12192314"/>
              <a:gd name="connsiteY3" fmla="*/ 722847 h 6858000"/>
              <a:gd name="connsiteX4" fmla="*/ 11686092 w 12192314"/>
              <a:gd name="connsiteY4" fmla="*/ 647673 h 6858000"/>
              <a:gd name="connsiteX5" fmla="*/ 11246179 w 12192314"/>
              <a:gd name="connsiteY5" fmla="*/ 643608 h 6858000"/>
              <a:gd name="connsiteX6" fmla="*/ 11297993 w 12192314"/>
              <a:gd name="connsiteY6" fmla="*/ 697448 h 6858000"/>
              <a:gd name="connsiteX7" fmla="*/ 11175062 w 12192314"/>
              <a:gd name="connsiteY7" fmla="*/ 697448 h 6858000"/>
              <a:gd name="connsiteX8" fmla="*/ 11246179 w 12192314"/>
              <a:gd name="connsiteY8" fmla="*/ 643608 h 6858000"/>
              <a:gd name="connsiteX9" fmla="*/ 10636600 w 12192314"/>
              <a:gd name="connsiteY9" fmla="*/ 614148 h 6858000"/>
              <a:gd name="connsiteX10" fmla="*/ 10616281 w 12192314"/>
              <a:gd name="connsiteY10" fmla="*/ 738084 h 6858000"/>
              <a:gd name="connsiteX11" fmla="*/ 10693494 w 12192314"/>
              <a:gd name="connsiteY11" fmla="*/ 837640 h 6858000"/>
              <a:gd name="connsiteX12" fmla="*/ 10803218 w 12192314"/>
              <a:gd name="connsiteY12" fmla="*/ 738084 h 6858000"/>
              <a:gd name="connsiteX13" fmla="*/ 10823537 w 12192314"/>
              <a:gd name="connsiteY13" fmla="*/ 614148 h 6858000"/>
              <a:gd name="connsiteX14" fmla="*/ 10780866 w 12192314"/>
              <a:gd name="connsiteY14" fmla="*/ 614148 h 6858000"/>
              <a:gd name="connsiteX15" fmla="*/ 10761563 w 12192314"/>
              <a:gd name="connsiteY15" fmla="*/ 734021 h 6858000"/>
              <a:gd name="connsiteX16" fmla="*/ 10700606 w 12192314"/>
              <a:gd name="connsiteY16" fmla="*/ 799037 h 6858000"/>
              <a:gd name="connsiteX17" fmla="*/ 10659967 w 12192314"/>
              <a:gd name="connsiteY17" fmla="*/ 734021 h 6858000"/>
              <a:gd name="connsiteX18" fmla="*/ 10679271 w 12192314"/>
              <a:gd name="connsiteY18" fmla="*/ 614148 h 6858000"/>
              <a:gd name="connsiteX19" fmla="*/ 11692188 w 12192314"/>
              <a:gd name="connsiteY19" fmla="*/ 608053 h 6858000"/>
              <a:gd name="connsiteX20" fmla="*/ 11556048 w 12192314"/>
              <a:gd name="connsiteY20" fmla="*/ 722847 h 6858000"/>
              <a:gd name="connsiteX21" fmla="*/ 11655613 w 12192314"/>
              <a:gd name="connsiteY21" fmla="*/ 837640 h 6858000"/>
              <a:gd name="connsiteX22" fmla="*/ 11791752 w 12192314"/>
              <a:gd name="connsiteY22" fmla="*/ 722847 h 6858000"/>
              <a:gd name="connsiteX23" fmla="*/ 11692188 w 12192314"/>
              <a:gd name="connsiteY23" fmla="*/ 608053 h 6858000"/>
              <a:gd name="connsiteX24" fmla="*/ 11251259 w 12192314"/>
              <a:gd name="connsiteY24" fmla="*/ 608052 h 6858000"/>
              <a:gd name="connsiteX25" fmla="*/ 11125279 w 12192314"/>
              <a:gd name="connsiteY25" fmla="*/ 724878 h 6858000"/>
              <a:gd name="connsiteX26" fmla="*/ 11215701 w 12192314"/>
              <a:gd name="connsiteY26" fmla="*/ 838655 h 6858000"/>
              <a:gd name="connsiteX27" fmla="*/ 11327457 w 12192314"/>
              <a:gd name="connsiteY27" fmla="*/ 779734 h 6858000"/>
              <a:gd name="connsiteX28" fmla="*/ 11294946 w 12192314"/>
              <a:gd name="connsiteY28" fmla="*/ 759418 h 6858000"/>
              <a:gd name="connsiteX29" fmla="*/ 11221796 w 12192314"/>
              <a:gd name="connsiteY29" fmla="*/ 801068 h 6858000"/>
              <a:gd name="connsiteX30" fmla="*/ 11166934 w 12192314"/>
              <a:gd name="connsiteY30" fmla="*/ 728941 h 6858000"/>
              <a:gd name="connsiteX31" fmla="*/ 11334569 w 12192314"/>
              <a:gd name="connsiteY31" fmla="*/ 728941 h 6858000"/>
              <a:gd name="connsiteX32" fmla="*/ 11335585 w 12192314"/>
              <a:gd name="connsiteY32" fmla="*/ 722845 h 6858000"/>
              <a:gd name="connsiteX33" fmla="*/ 11251259 w 12192314"/>
              <a:gd name="connsiteY33" fmla="*/ 608052 h 6858000"/>
              <a:gd name="connsiteX34" fmla="*/ 11499154 w 12192314"/>
              <a:gd name="connsiteY34" fmla="*/ 607037 h 6858000"/>
              <a:gd name="connsiteX35" fmla="*/ 11359967 w 12192314"/>
              <a:gd name="connsiteY35" fmla="*/ 723863 h 6858000"/>
              <a:gd name="connsiteX36" fmla="*/ 11459531 w 12192314"/>
              <a:gd name="connsiteY36" fmla="*/ 837640 h 6858000"/>
              <a:gd name="connsiteX37" fmla="*/ 11522522 w 12192314"/>
              <a:gd name="connsiteY37" fmla="*/ 823418 h 6858000"/>
              <a:gd name="connsiteX38" fmla="*/ 11530650 w 12192314"/>
              <a:gd name="connsiteY38" fmla="*/ 770593 h 6858000"/>
              <a:gd name="connsiteX39" fmla="*/ 11465627 w 12192314"/>
              <a:gd name="connsiteY39" fmla="*/ 799037 h 6858000"/>
              <a:gd name="connsiteX40" fmla="*/ 11401622 w 12192314"/>
              <a:gd name="connsiteY40" fmla="*/ 721830 h 6858000"/>
              <a:gd name="connsiteX41" fmla="*/ 11486963 w 12192314"/>
              <a:gd name="connsiteY41" fmla="*/ 645640 h 6858000"/>
              <a:gd name="connsiteX42" fmla="*/ 11545889 w 12192314"/>
              <a:gd name="connsiteY42" fmla="*/ 675101 h 6858000"/>
              <a:gd name="connsiteX43" fmla="*/ 11555033 w 12192314"/>
              <a:gd name="connsiteY43" fmla="*/ 621259 h 6858000"/>
              <a:gd name="connsiteX44" fmla="*/ 11499154 w 12192314"/>
              <a:gd name="connsiteY44" fmla="*/ 607037 h 6858000"/>
              <a:gd name="connsiteX45" fmla="*/ 11112072 w 12192314"/>
              <a:gd name="connsiteY45" fmla="*/ 607037 h 6858000"/>
              <a:gd name="connsiteX46" fmla="*/ 11045019 w 12192314"/>
              <a:gd name="connsiteY46" fmla="*/ 648687 h 6858000"/>
              <a:gd name="connsiteX47" fmla="*/ 11044002 w 12192314"/>
              <a:gd name="connsiteY47" fmla="*/ 648687 h 6858000"/>
              <a:gd name="connsiteX48" fmla="*/ 11049082 w 12192314"/>
              <a:gd name="connsiteY48" fmla="*/ 613133 h 6858000"/>
              <a:gd name="connsiteX49" fmla="*/ 11006412 w 12192314"/>
              <a:gd name="connsiteY49" fmla="*/ 613133 h 6858000"/>
              <a:gd name="connsiteX50" fmla="*/ 10971869 w 12192314"/>
              <a:gd name="connsiteY50" fmla="*/ 829513 h 6858000"/>
              <a:gd name="connsiteX51" fmla="*/ 11014540 w 12192314"/>
              <a:gd name="connsiteY51" fmla="*/ 829513 h 6858000"/>
              <a:gd name="connsiteX52" fmla="*/ 11031811 w 12192314"/>
              <a:gd name="connsiteY52" fmla="*/ 722846 h 6858000"/>
              <a:gd name="connsiteX53" fmla="*/ 11095816 w 12192314"/>
              <a:gd name="connsiteY53" fmla="*/ 645640 h 6858000"/>
              <a:gd name="connsiteX54" fmla="*/ 11120200 w 12192314"/>
              <a:gd name="connsiteY54" fmla="*/ 654783 h 6858000"/>
              <a:gd name="connsiteX55" fmla="*/ 11145599 w 12192314"/>
              <a:gd name="connsiteY55" fmla="*/ 617196 h 6858000"/>
              <a:gd name="connsiteX56" fmla="*/ 11112072 w 12192314"/>
              <a:gd name="connsiteY56" fmla="*/ 607037 h 6858000"/>
              <a:gd name="connsiteX57" fmla="*/ 10520780 w 12192314"/>
              <a:gd name="connsiteY57" fmla="*/ 607037 h 6858000"/>
              <a:gd name="connsiteX58" fmla="*/ 10447631 w 12192314"/>
              <a:gd name="connsiteY58" fmla="*/ 642593 h 6858000"/>
              <a:gd name="connsiteX59" fmla="*/ 10452710 w 12192314"/>
              <a:gd name="connsiteY59" fmla="*/ 614149 h 6858000"/>
              <a:gd name="connsiteX60" fmla="*/ 10410040 w 12192314"/>
              <a:gd name="connsiteY60" fmla="*/ 614149 h 6858000"/>
              <a:gd name="connsiteX61" fmla="*/ 10374481 w 12192314"/>
              <a:gd name="connsiteY61" fmla="*/ 829513 h 6858000"/>
              <a:gd name="connsiteX62" fmla="*/ 10417152 w 12192314"/>
              <a:gd name="connsiteY62" fmla="*/ 829513 h 6858000"/>
              <a:gd name="connsiteX63" fmla="*/ 10433407 w 12192314"/>
              <a:gd name="connsiteY63" fmla="*/ 729958 h 6858000"/>
              <a:gd name="connsiteX64" fmla="*/ 10502493 w 12192314"/>
              <a:gd name="connsiteY64" fmla="*/ 643608 h 6858000"/>
              <a:gd name="connsiteX65" fmla="*/ 10541099 w 12192314"/>
              <a:gd name="connsiteY65" fmla="*/ 705577 h 6858000"/>
              <a:gd name="connsiteX66" fmla="*/ 10520780 w 12192314"/>
              <a:gd name="connsiteY66" fmla="*/ 829513 h 6858000"/>
              <a:gd name="connsiteX67" fmla="*/ 10563450 w 12192314"/>
              <a:gd name="connsiteY67" fmla="*/ 829513 h 6858000"/>
              <a:gd name="connsiteX68" fmla="*/ 10583769 w 12192314"/>
              <a:gd name="connsiteY68" fmla="*/ 700498 h 6858000"/>
              <a:gd name="connsiteX69" fmla="*/ 10520780 w 12192314"/>
              <a:gd name="connsiteY69" fmla="*/ 607037 h 6858000"/>
              <a:gd name="connsiteX70" fmla="*/ 10897703 w 12192314"/>
              <a:gd name="connsiteY70" fmla="*/ 545068 h 6858000"/>
              <a:gd name="connsiteX71" fmla="*/ 10886528 w 12192314"/>
              <a:gd name="connsiteY71" fmla="*/ 614148 h 6858000"/>
              <a:gd name="connsiteX72" fmla="*/ 10864176 w 12192314"/>
              <a:gd name="connsiteY72" fmla="*/ 614148 h 6858000"/>
              <a:gd name="connsiteX73" fmla="*/ 10857065 w 12192314"/>
              <a:gd name="connsiteY73" fmla="*/ 652751 h 6858000"/>
              <a:gd name="connsiteX74" fmla="*/ 10880432 w 12192314"/>
              <a:gd name="connsiteY74" fmla="*/ 652751 h 6858000"/>
              <a:gd name="connsiteX75" fmla="*/ 10851985 w 12192314"/>
              <a:gd name="connsiteY75" fmla="*/ 830528 h 6858000"/>
              <a:gd name="connsiteX76" fmla="*/ 10894656 w 12192314"/>
              <a:gd name="connsiteY76" fmla="*/ 830528 h 6858000"/>
              <a:gd name="connsiteX77" fmla="*/ 10923102 w 12192314"/>
              <a:gd name="connsiteY77" fmla="*/ 652751 h 6858000"/>
              <a:gd name="connsiteX78" fmla="*/ 10970853 w 12192314"/>
              <a:gd name="connsiteY78" fmla="*/ 652751 h 6858000"/>
              <a:gd name="connsiteX79" fmla="*/ 10976949 w 12192314"/>
              <a:gd name="connsiteY79" fmla="*/ 614148 h 6858000"/>
              <a:gd name="connsiteX80" fmla="*/ 10929198 w 12192314"/>
              <a:gd name="connsiteY80" fmla="*/ 614148 h 6858000"/>
              <a:gd name="connsiteX81" fmla="*/ 10940374 w 12192314"/>
              <a:gd name="connsiteY81" fmla="*/ 545068 h 6858000"/>
              <a:gd name="connsiteX82" fmla="*/ 10427312 w 12192314"/>
              <a:gd name="connsiteY82" fmla="*/ 404877 h 6858000"/>
              <a:gd name="connsiteX83" fmla="*/ 10311873 w 12192314"/>
              <a:gd name="connsiteY83" fmla="*/ 452877 h 6858000"/>
              <a:gd name="connsiteX84" fmla="*/ 10293962 w 12192314"/>
              <a:gd name="connsiteY84" fmla="*/ 472829 h 6858000"/>
              <a:gd name="connsiteX85" fmla="*/ 10258948 w 12192314"/>
              <a:gd name="connsiteY85" fmla="*/ 480290 h 6858000"/>
              <a:gd name="connsiteX86" fmla="*/ 10112363 w 12192314"/>
              <a:gd name="connsiteY86" fmla="*/ 659861 h 6858000"/>
              <a:gd name="connsiteX87" fmla="*/ 10097123 w 12192314"/>
              <a:gd name="connsiteY87" fmla="*/ 754338 h 6858000"/>
              <a:gd name="connsiteX88" fmla="*/ 9993495 w 12192314"/>
              <a:gd name="connsiteY88" fmla="*/ 980878 h 6858000"/>
              <a:gd name="connsiteX89" fmla="*/ 10164177 w 12192314"/>
              <a:gd name="connsiteY89" fmla="*/ 772624 h 6858000"/>
              <a:gd name="connsiteX90" fmla="*/ 10180433 w 12192314"/>
              <a:gd name="connsiteY90" fmla="*/ 677132 h 6858000"/>
              <a:gd name="connsiteX91" fmla="*/ 10268821 w 12192314"/>
              <a:gd name="connsiteY91" fmla="*/ 482083 h 6858000"/>
              <a:gd name="connsiteX92" fmla="*/ 10284523 w 12192314"/>
              <a:gd name="connsiteY92" fmla="*/ 483344 h 6858000"/>
              <a:gd name="connsiteX93" fmla="*/ 10258011 w 12192314"/>
              <a:gd name="connsiteY93" fmla="*/ 512877 h 6858000"/>
              <a:gd name="connsiteX94" fmla="*/ 10226151 w 12192314"/>
              <a:gd name="connsiteY94" fmla="*/ 596877 h 6858000"/>
              <a:gd name="connsiteX95" fmla="*/ 10199736 w 12192314"/>
              <a:gd name="connsiteY95" fmla="*/ 754338 h 6858000"/>
              <a:gd name="connsiteX96" fmla="*/ 10072740 w 12192314"/>
              <a:gd name="connsiteY96" fmla="*/ 980878 h 6858000"/>
              <a:gd name="connsiteX97" fmla="*/ 10264757 w 12192314"/>
              <a:gd name="connsiteY97" fmla="*/ 788877 h 6858000"/>
              <a:gd name="connsiteX98" fmla="*/ 10294221 w 12192314"/>
              <a:gd name="connsiteY98" fmla="*/ 614148 h 6858000"/>
              <a:gd name="connsiteX99" fmla="*/ 10313318 w 12192314"/>
              <a:gd name="connsiteY99" fmla="*/ 526385 h 6858000"/>
              <a:gd name="connsiteX100" fmla="*/ 10321336 w 12192314"/>
              <a:gd name="connsiteY100" fmla="*/ 502034 h 6858000"/>
              <a:gd name="connsiteX101" fmla="*/ 10339971 w 12192314"/>
              <a:gd name="connsiteY101" fmla="*/ 525512 h 6858000"/>
              <a:gd name="connsiteX102" fmla="*/ 10362290 w 12192314"/>
              <a:gd name="connsiteY102" fmla="*/ 565385 h 6858000"/>
              <a:gd name="connsiteX103" fmla="*/ 10376514 w 12192314"/>
              <a:gd name="connsiteY103" fmla="*/ 496305 h 6858000"/>
              <a:gd name="connsiteX104" fmla="*/ 10352512 w 12192314"/>
              <a:gd name="connsiteY104" fmla="*/ 478020 h 6858000"/>
              <a:gd name="connsiteX105" fmla="*/ 10333196 w 12192314"/>
              <a:gd name="connsiteY105" fmla="*/ 473605 h 6858000"/>
              <a:gd name="connsiteX106" fmla="*/ 10334224 w 12192314"/>
              <a:gd name="connsiteY106" fmla="*/ 471290 h 6858000"/>
              <a:gd name="connsiteX107" fmla="*/ 10382609 w 12192314"/>
              <a:gd name="connsiteY107" fmla="*/ 419099 h 6858000"/>
              <a:gd name="connsiteX108" fmla="*/ 10476078 w 12192314"/>
              <a:gd name="connsiteY108" fmla="*/ 502401 h 6858000"/>
              <a:gd name="connsiteX109" fmla="*/ 10490302 w 12192314"/>
              <a:gd name="connsiteY109" fmla="*/ 433321 h 6858000"/>
              <a:gd name="connsiteX110" fmla="*/ 10427312 w 12192314"/>
              <a:gd name="connsiteY110" fmla="*/ 404877 h 6858000"/>
              <a:gd name="connsiteX111" fmla="*/ 0 w 12192314"/>
              <a:gd name="connsiteY111" fmla="*/ 0 h 6858000"/>
              <a:gd name="connsiteX112" fmla="*/ 6312214 w 12192314"/>
              <a:gd name="connsiteY112" fmla="*/ 0 h 6858000"/>
              <a:gd name="connsiteX113" fmla="*/ 6672064 w 12192314"/>
              <a:gd name="connsiteY113" fmla="*/ 0 h 6858000"/>
              <a:gd name="connsiteX114" fmla="*/ 12192314 w 12192314"/>
              <a:gd name="connsiteY114" fmla="*/ 0 h 6858000"/>
              <a:gd name="connsiteX115" fmla="*/ 12192314 w 12192314"/>
              <a:gd name="connsiteY115" fmla="*/ 6858000 h 6858000"/>
              <a:gd name="connsiteX116" fmla="*/ 6672064 w 12192314"/>
              <a:gd name="connsiteY116" fmla="*/ 6858000 h 6858000"/>
              <a:gd name="connsiteX117" fmla="*/ 6312214 w 12192314"/>
              <a:gd name="connsiteY117" fmla="*/ 6858000 h 6858000"/>
              <a:gd name="connsiteX118" fmla="*/ 0 w 12192314"/>
              <a:gd name="connsiteY1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12192314" h="6858000">
                <a:moveTo>
                  <a:pt x="11686092" y="647673"/>
                </a:moveTo>
                <a:cubicBezTo>
                  <a:pt x="11727747" y="647673"/>
                  <a:pt x="11756193" y="681196"/>
                  <a:pt x="11749082" y="722847"/>
                </a:cubicBezTo>
                <a:cubicBezTo>
                  <a:pt x="11742986" y="763482"/>
                  <a:pt x="11703363" y="798021"/>
                  <a:pt x="11661708" y="798021"/>
                </a:cubicBezTo>
                <a:cubicBezTo>
                  <a:pt x="11620054" y="798021"/>
                  <a:pt x="11592623" y="763482"/>
                  <a:pt x="11598719" y="722847"/>
                </a:cubicBezTo>
                <a:cubicBezTo>
                  <a:pt x="11605831" y="681196"/>
                  <a:pt x="11644437" y="646656"/>
                  <a:pt x="11686092" y="647673"/>
                </a:cubicBezTo>
                <a:close/>
                <a:moveTo>
                  <a:pt x="11246179" y="643608"/>
                </a:moveTo>
                <a:cubicBezTo>
                  <a:pt x="11279706" y="643608"/>
                  <a:pt x="11297993" y="664941"/>
                  <a:pt x="11297993" y="697448"/>
                </a:cubicBezTo>
                <a:lnTo>
                  <a:pt x="11175062" y="697448"/>
                </a:lnTo>
                <a:cubicBezTo>
                  <a:pt x="11185221" y="666973"/>
                  <a:pt x="11213668" y="643608"/>
                  <a:pt x="11246179" y="643608"/>
                </a:cubicBezTo>
                <a:close/>
                <a:moveTo>
                  <a:pt x="10636600" y="614148"/>
                </a:moveTo>
                <a:lnTo>
                  <a:pt x="10616281" y="738084"/>
                </a:lnTo>
                <a:cubicBezTo>
                  <a:pt x="10607137" y="797005"/>
                  <a:pt x="10628473" y="837640"/>
                  <a:pt x="10693494" y="837640"/>
                </a:cubicBezTo>
                <a:cubicBezTo>
                  <a:pt x="10758516" y="837640"/>
                  <a:pt x="10794075" y="797005"/>
                  <a:pt x="10803218" y="738084"/>
                </a:cubicBezTo>
                <a:lnTo>
                  <a:pt x="10823537" y="614148"/>
                </a:lnTo>
                <a:lnTo>
                  <a:pt x="10780866" y="614148"/>
                </a:lnTo>
                <a:lnTo>
                  <a:pt x="10761563" y="734021"/>
                </a:lnTo>
                <a:cubicBezTo>
                  <a:pt x="10756484" y="768561"/>
                  <a:pt x="10742260" y="799037"/>
                  <a:pt x="10700606" y="799037"/>
                </a:cubicBezTo>
                <a:cubicBezTo>
                  <a:pt x="10657935" y="799037"/>
                  <a:pt x="10653872" y="768561"/>
                  <a:pt x="10659967" y="734021"/>
                </a:cubicBezTo>
                <a:lnTo>
                  <a:pt x="10679271" y="614148"/>
                </a:lnTo>
                <a:close/>
                <a:moveTo>
                  <a:pt x="11692188" y="608053"/>
                </a:moveTo>
                <a:cubicBezTo>
                  <a:pt x="11626150" y="608053"/>
                  <a:pt x="11566208" y="657830"/>
                  <a:pt x="11556048" y="722847"/>
                </a:cubicBezTo>
                <a:cubicBezTo>
                  <a:pt x="11545889" y="787863"/>
                  <a:pt x="11589575" y="837640"/>
                  <a:pt x="11655613" y="837640"/>
                </a:cubicBezTo>
                <a:cubicBezTo>
                  <a:pt x="11721650" y="837640"/>
                  <a:pt x="11781592" y="787863"/>
                  <a:pt x="11791752" y="722847"/>
                </a:cubicBezTo>
                <a:cubicBezTo>
                  <a:pt x="11802928" y="657830"/>
                  <a:pt x="11759242" y="607037"/>
                  <a:pt x="11692188" y="608053"/>
                </a:cubicBezTo>
                <a:close/>
                <a:moveTo>
                  <a:pt x="11251259" y="608052"/>
                </a:moveTo>
                <a:cubicBezTo>
                  <a:pt x="11180142" y="608052"/>
                  <a:pt x="11136454" y="658845"/>
                  <a:pt x="11125279" y="724878"/>
                </a:cubicBezTo>
                <a:cubicBezTo>
                  <a:pt x="11115120" y="788878"/>
                  <a:pt x="11148647" y="838655"/>
                  <a:pt x="11215701" y="838655"/>
                </a:cubicBezTo>
                <a:cubicBezTo>
                  <a:pt x="11258371" y="838655"/>
                  <a:pt x="11301042" y="817322"/>
                  <a:pt x="11327457" y="779734"/>
                </a:cubicBezTo>
                <a:lnTo>
                  <a:pt x="11294946" y="759418"/>
                </a:lnTo>
                <a:cubicBezTo>
                  <a:pt x="11274627" y="784814"/>
                  <a:pt x="11254307" y="801068"/>
                  <a:pt x="11221796" y="801068"/>
                </a:cubicBezTo>
                <a:cubicBezTo>
                  <a:pt x="11181158" y="801068"/>
                  <a:pt x="11161854" y="765512"/>
                  <a:pt x="11166934" y="728941"/>
                </a:cubicBezTo>
                <a:lnTo>
                  <a:pt x="11334569" y="728941"/>
                </a:lnTo>
                <a:lnTo>
                  <a:pt x="11335585" y="722845"/>
                </a:lnTo>
                <a:cubicBezTo>
                  <a:pt x="11345744" y="658845"/>
                  <a:pt x="11321361" y="608052"/>
                  <a:pt x="11251259" y="608052"/>
                </a:cubicBezTo>
                <a:close/>
                <a:moveTo>
                  <a:pt x="11499154" y="607037"/>
                </a:moveTo>
                <a:cubicBezTo>
                  <a:pt x="11431085" y="607037"/>
                  <a:pt x="11371142" y="656815"/>
                  <a:pt x="11359967" y="723863"/>
                </a:cubicBezTo>
                <a:cubicBezTo>
                  <a:pt x="11348791" y="788878"/>
                  <a:pt x="11394510" y="837640"/>
                  <a:pt x="11459531" y="837640"/>
                </a:cubicBezTo>
                <a:cubicBezTo>
                  <a:pt x="11481883" y="837640"/>
                  <a:pt x="11501186" y="833577"/>
                  <a:pt x="11522522" y="823418"/>
                </a:cubicBezTo>
                <a:lnTo>
                  <a:pt x="11530650" y="770593"/>
                </a:lnTo>
                <a:cubicBezTo>
                  <a:pt x="11511346" y="787863"/>
                  <a:pt x="11490011" y="799037"/>
                  <a:pt x="11465627" y="799037"/>
                </a:cubicBezTo>
                <a:cubicBezTo>
                  <a:pt x="11420925" y="799037"/>
                  <a:pt x="11394510" y="766529"/>
                  <a:pt x="11401622" y="721830"/>
                </a:cubicBezTo>
                <a:cubicBezTo>
                  <a:pt x="11407717" y="681196"/>
                  <a:pt x="11445308" y="645640"/>
                  <a:pt x="11486963" y="645640"/>
                </a:cubicBezTo>
                <a:cubicBezTo>
                  <a:pt x="11513378" y="645640"/>
                  <a:pt x="11531666" y="655799"/>
                  <a:pt x="11545889" y="675101"/>
                </a:cubicBezTo>
                <a:lnTo>
                  <a:pt x="11555033" y="621259"/>
                </a:lnTo>
                <a:cubicBezTo>
                  <a:pt x="11539793" y="612116"/>
                  <a:pt x="11518457" y="607037"/>
                  <a:pt x="11499154" y="607037"/>
                </a:cubicBezTo>
                <a:close/>
                <a:moveTo>
                  <a:pt x="11112072" y="607037"/>
                </a:moveTo>
                <a:cubicBezTo>
                  <a:pt x="11083625" y="607037"/>
                  <a:pt x="11059242" y="623291"/>
                  <a:pt x="11045019" y="648687"/>
                </a:cubicBezTo>
                <a:lnTo>
                  <a:pt x="11044002" y="648687"/>
                </a:lnTo>
                <a:lnTo>
                  <a:pt x="11049082" y="613133"/>
                </a:lnTo>
                <a:lnTo>
                  <a:pt x="11006412" y="613133"/>
                </a:lnTo>
                <a:lnTo>
                  <a:pt x="10971869" y="829513"/>
                </a:lnTo>
                <a:lnTo>
                  <a:pt x="11014540" y="829513"/>
                </a:lnTo>
                <a:lnTo>
                  <a:pt x="11031811" y="722846"/>
                </a:lnTo>
                <a:cubicBezTo>
                  <a:pt x="11037907" y="687291"/>
                  <a:pt x="11050098" y="645640"/>
                  <a:pt x="11095816" y="645640"/>
                </a:cubicBezTo>
                <a:cubicBezTo>
                  <a:pt x="11105977" y="645640"/>
                  <a:pt x="11114105" y="648687"/>
                  <a:pt x="11120200" y="654783"/>
                </a:cubicBezTo>
                <a:lnTo>
                  <a:pt x="11145599" y="617196"/>
                </a:lnTo>
                <a:cubicBezTo>
                  <a:pt x="11135440" y="611100"/>
                  <a:pt x="11124264" y="607037"/>
                  <a:pt x="11112072" y="607037"/>
                </a:cubicBezTo>
                <a:close/>
                <a:moveTo>
                  <a:pt x="10520780" y="607037"/>
                </a:moveTo>
                <a:cubicBezTo>
                  <a:pt x="10494365" y="607037"/>
                  <a:pt x="10465918" y="619227"/>
                  <a:pt x="10447631" y="642593"/>
                </a:cubicBezTo>
                <a:lnTo>
                  <a:pt x="10452710" y="614149"/>
                </a:lnTo>
                <a:lnTo>
                  <a:pt x="10410040" y="614149"/>
                </a:lnTo>
                <a:lnTo>
                  <a:pt x="10374481" y="829513"/>
                </a:lnTo>
                <a:lnTo>
                  <a:pt x="10417152" y="829513"/>
                </a:lnTo>
                <a:lnTo>
                  <a:pt x="10433407" y="729958"/>
                </a:lnTo>
                <a:cubicBezTo>
                  <a:pt x="10440519" y="690339"/>
                  <a:pt x="10447631" y="643608"/>
                  <a:pt x="10502493" y="643608"/>
                </a:cubicBezTo>
                <a:cubicBezTo>
                  <a:pt x="10546179" y="643608"/>
                  <a:pt x="10547195" y="669005"/>
                  <a:pt x="10541099" y="705577"/>
                </a:cubicBezTo>
                <a:lnTo>
                  <a:pt x="10520780" y="829513"/>
                </a:lnTo>
                <a:lnTo>
                  <a:pt x="10563450" y="829513"/>
                </a:lnTo>
                <a:lnTo>
                  <a:pt x="10583769" y="700498"/>
                </a:lnTo>
                <a:cubicBezTo>
                  <a:pt x="10591897" y="647672"/>
                  <a:pt x="10582753" y="607037"/>
                  <a:pt x="10520780" y="607037"/>
                </a:cubicBezTo>
                <a:close/>
                <a:moveTo>
                  <a:pt x="10897703" y="545068"/>
                </a:moveTo>
                <a:lnTo>
                  <a:pt x="10886528" y="614148"/>
                </a:lnTo>
                <a:lnTo>
                  <a:pt x="10864176" y="614148"/>
                </a:lnTo>
                <a:lnTo>
                  <a:pt x="10857065" y="652751"/>
                </a:lnTo>
                <a:lnTo>
                  <a:pt x="10880432" y="652751"/>
                </a:lnTo>
                <a:lnTo>
                  <a:pt x="10851985" y="830528"/>
                </a:lnTo>
                <a:lnTo>
                  <a:pt x="10894656" y="830528"/>
                </a:lnTo>
                <a:lnTo>
                  <a:pt x="10923102" y="652751"/>
                </a:lnTo>
                <a:lnTo>
                  <a:pt x="10970853" y="652751"/>
                </a:lnTo>
                <a:lnTo>
                  <a:pt x="10976949" y="614148"/>
                </a:lnTo>
                <a:lnTo>
                  <a:pt x="10929198" y="614148"/>
                </a:lnTo>
                <a:lnTo>
                  <a:pt x="10940374" y="545068"/>
                </a:lnTo>
                <a:close/>
                <a:moveTo>
                  <a:pt x="10427312" y="404877"/>
                </a:moveTo>
                <a:cubicBezTo>
                  <a:pt x="10396833" y="404877"/>
                  <a:pt x="10351877" y="420877"/>
                  <a:pt x="10311873" y="452877"/>
                </a:cubicBezTo>
                <a:lnTo>
                  <a:pt x="10293962" y="472829"/>
                </a:lnTo>
                <a:lnTo>
                  <a:pt x="10258948" y="480290"/>
                </a:lnTo>
                <a:cubicBezTo>
                  <a:pt x="10199228" y="503861"/>
                  <a:pt x="10128364" y="563861"/>
                  <a:pt x="10112363" y="659861"/>
                </a:cubicBezTo>
                <a:lnTo>
                  <a:pt x="10097123" y="754338"/>
                </a:lnTo>
                <a:cubicBezTo>
                  <a:pt x="10071724" y="907735"/>
                  <a:pt x="10058517" y="943291"/>
                  <a:pt x="9993495" y="980878"/>
                </a:cubicBezTo>
                <a:cubicBezTo>
                  <a:pt x="10040229" y="972751"/>
                  <a:pt x="10138778" y="928053"/>
                  <a:pt x="10164177" y="772624"/>
                </a:cubicBezTo>
                <a:lnTo>
                  <a:pt x="10180433" y="677132"/>
                </a:lnTo>
                <a:cubicBezTo>
                  <a:pt x="10204816" y="533892"/>
                  <a:pt x="10233263" y="504433"/>
                  <a:pt x="10268821" y="482083"/>
                </a:cubicBezTo>
                <a:lnTo>
                  <a:pt x="10284523" y="483344"/>
                </a:lnTo>
                <a:lnTo>
                  <a:pt x="10258011" y="512877"/>
                </a:lnTo>
                <a:cubicBezTo>
                  <a:pt x="10242914" y="536877"/>
                  <a:pt x="10231485" y="564877"/>
                  <a:pt x="10226151" y="596877"/>
                </a:cubicBezTo>
                <a:lnTo>
                  <a:pt x="10199736" y="754338"/>
                </a:lnTo>
                <a:cubicBezTo>
                  <a:pt x="10179416" y="876242"/>
                  <a:pt x="10137762" y="943290"/>
                  <a:pt x="10072740" y="980878"/>
                </a:cubicBezTo>
                <a:cubicBezTo>
                  <a:pt x="10113379" y="977830"/>
                  <a:pt x="10241391" y="929068"/>
                  <a:pt x="10264757" y="788877"/>
                </a:cubicBezTo>
                <a:lnTo>
                  <a:pt x="10294221" y="614148"/>
                </a:lnTo>
                <a:cubicBezTo>
                  <a:pt x="10300317" y="578338"/>
                  <a:pt x="10306667" y="549639"/>
                  <a:pt x="10313318" y="526385"/>
                </a:cubicBezTo>
                <a:lnTo>
                  <a:pt x="10321336" y="502034"/>
                </a:lnTo>
                <a:lnTo>
                  <a:pt x="10339971" y="525512"/>
                </a:lnTo>
                <a:cubicBezTo>
                  <a:pt x="10347114" y="536623"/>
                  <a:pt x="10354416" y="549893"/>
                  <a:pt x="10362290" y="565385"/>
                </a:cubicBezTo>
                <a:lnTo>
                  <a:pt x="10376514" y="496305"/>
                </a:lnTo>
                <a:cubicBezTo>
                  <a:pt x="10370926" y="490210"/>
                  <a:pt x="10363052" y="483353"/>
                  <a:pt x="10352512" y="478020"/>
                </a:cubicBezTo>
                <a:lnTo>
                  <a:pt x="10333196" y="473605"/>
                </a:lnTo>
                <a:lnTo>
                  <a:pt x="10334224" y="471290"/>
                </a:lnTo>
                <a:cubicBezTo>
                  <a:pt x="10348829" y="443226"/>
                  <a:pt x="10364830" y="430274"/>
                  <a:pt x="10382609" y="419099"/>
                </a:cubicBezTo>
                <a:cubicBezTo>
                  <a:pt x="10422232" y="414020"/>
                  <a:pt x="10444583" y="440433"/>
                  <a:pt x="10476078" y="502401"/>
                </a:cubicBezTo>
                <a:lnTo>
                  <a:pt x="10490302" y="433321"/>
                </a:lnTo>
                <a:cubicBezTo>
                  <a:pt x="10480143" y="420115"/>
                  <a:pt x="10458807" y="404877"/>
                  <a:pt x="10427312" y="404877"/>
                </a:cubicBezTo>
                <a:close/>
                <a:moveTo>
                  <a:pt x="0" y="0"/>
                </a:moveTo>
                <a:lnTo>
                  <a:pt x="6312214" y="0"/>
                </a:lnTo>
                <a:lnTo>
                  <a:pt x="6672064" y="0"/>
                </a:lnTo>
                <a:lnTo>
                  <a:pt x="12192314" y="0"/>
                </a:lnTo>
                <a:lnTo>
                  <a:pt x="12192314" y="6858000"/>
                </a:lnTo>
                <a:lnTo>
                  <a:pt x="6672064" y="6858000"/>
                </a:lnTo>
                <a:lnTo>
                  <a:pt x="631221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D8445225-67E8-314C-A045-CDA2DDC241E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35" name="Titel 1">
            <a:extLst>
              <a:ext uri="{FF2B5EF4-FFF2-40B4-BE49-F238E27FC236}">
                <a16:creationId xmlns:a16="http://schemas.microsoft.com/office/drawing/2014/main" id="{91CFA21A-8A4C-C14B-B955-1C0F783F06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728838"/>
          </a:xfrm>
        </p:spPr>
        <p:txBody>
          <a:bodyPr wrap="square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01056547-C68A-0D44-934C-0E0235B611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39788" y="1989138"/>
            <a:ext cx="4602556" cy="3835662"/>
          </a:xfrm>
          <a:prstGeom prst="roundRect">
            <a:avLst>
              <a:gd name="adj" fmla="val 3354"/>
            </a:avLst>
          </a:prstGeom>
          <a:solidFill>
            <a:schemeClr val="bg1">
              <a:alpha val="90000"/>
            </a:schemeClr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3804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0">
              <a:lnSpc>
                <a:spcPct val="100000"/>
              </a:lnSpc>
              <a:buFont typeface="Arial" charset="0"/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6656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A8987653-8F1E-E247-941B-5527E67A373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6797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CE022830-7B80-4642-BECD-B26C4DC73D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620729"/>
            <a:ext cx="12192000" cy="5237271"/>
          </a:xfrm>
          <a:custGeom>
            <a:avLst/>
            <a:gdLst>
              <a:gd name="connsiteX0" fmla="*/ 12173272 w 12173272"/>
              <a:gd name="connsiteY0" fmla="*/ 6 h 5329777"/>
              <a:gd name="connsiteX1" fmla="*/ 12173272 w 12173272"/>
              <a:gd name="connsiteY1" fmla="*/ 5329777 h 5329777"/>
              <a:gd name="connsiteX2" fmla="*/ 0 w 12173272"/>
              <a:gd name="connsiteY2" fmla="*/ 5329777 h 5329777"/>
              <a:gd name="connsiteX3" fmla="*/ 0 w 12173272"/>
              <a:gd name="connsiteY3" fmla="*/ 649080 h 5329777"/>
              <a:gd name="connsiteX4" fmla="*/ 36747 w 12173272"/>
              <a:gd name="connsiteY4" fmla="*/ 664568 h 5329777"/>
              <a:gd name="connsiteX5" fmla="*/ 3394397 w 12173272"/>
              <a:gd name="connsiteY5" fmla="*/ 1192861 h 5329777"/>
              <a:gd name="connsiteX6" fmla="*/ 9590092 w 12173272"/>
              <a:gd name="connsiteY6" fmla="*/ 247460 h 5329777"/>
              <a:gd name="connsiteX7" fmla="*/ 12173272 w 12173272"/>
              <a:gd name="connsiteY7" fmla="*/ 6 h 5329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73272" h="5329777">
                <a:moveTo>
                  <a:pt x="12173272" y="6"/>
                </a:moveTo>
                <a:lnTo>
                  <a:pt x="12173272" y="5329777"/>
                </a:lnTo>
                <a:lnTo>
                  <a:pt x="0" y="5329777"/>
                </a:lnTo>
                <a:lnTo>
                  <a:pt x="0" y="649080"/>
                </a:lnTo>
                <a:lnTo>
                  <a:pt x="36747" y="664568"/>
                </a:lnTo>
                <a:cubicBezTo>
                  <a:pt x="294913" y="770226"/>
                  <a:pt x="1449154" y="1192861"/>
                  <a:pt x="3394397" y="1192861"/>
                </a:cubicBezTo>
                <a:cubicBezTo>
                  <a:pt x="5377502" y="1192861"/>
                  <a:pt x="7534597" y="532984"/>
                  <a:pt x="9590092" y="247460"/>
                </a:cubicBezTo>
                <a:cubicBezTo>
                  <a:pt x="11404287" y="-4435"/>
                  <a:pt x="12173272" y="6"/>
                  <a:pt x="12173272" y="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Footer Placeholder 1"/>
          <p:cNvSpPr>
            <a:spLocks noGrp="1"/>
          </p:cNvSpPr>
          <p:nvPr userDrawn="1"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4" name="Tijdelijke aanduiding voor titel 1">
            <a:extLst>
              <a:ext uri="{FF2B5EF4-FFF2-40B4-BE49-F238E27FC236}">
                <a16:creationId xmlns:a16="http://schemas.microsoft.com/office/drawing/2014/main" id="{B805A98A-EE60-8A4A-AC10-5FE22EF7E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692696"/>
            <a:ext cx="10512425" cy="129644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r>
              <a:rPr lang="en-GB"/>
              <a:t>Thank you</a:t>
            </a:r>
          </a:p>
        </p:txBody>
      </p:sp>
      <p:sp>
        <p:nvSpPr>
          <p:cNvPr id="22" name="Tijdelijke aanduiding voor dianummer 5">
            <a:extLst>
              <a:ext uri="{FF2B5EF4-FFF2-40B4-BE49-F238E27FC236}">
                <a16:creationId xmlns:a16="http://schemas.microsoft.com/office/drawing/2014/main" id="{7BD98785-612D-6449-9480-6E8F47899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96000" y="5977252"/>
            <a:ext cx="6096000" cy="87884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0" tIns="251999" rIns="396000" bIns="0" rtlCol="0" anchor="ctr" anchorCtr="0"/>
          <a:lstStyle>
            <a:lvl1pPr algn="r">
              <a:defRPr sz="16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endParaRPr lang="en-GB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97036F5A-4F41-9642-8812-E040E741F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3181" y="404813"/>
            <a:ext cx="179838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7893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4DB6FF3-35AA-4660-9247-F142F348447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9708423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92" imgH="595" progId="TCLayout.ActiveDocument.1">
                  <p:embed/>
                </p:oleObj>
              </mc:Choice>
              <mc:Fallback>
                <p:oleObj name="think-cell Slide" r:id="rId5" imgW="592" imgH="595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4DB6FF3-35AA-4660-9247-F142F34844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1" y="178643"/>
            <a:ext cx="29595" cy="3077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en-US" smtClean="0">
                <a:latin typeface="+mn-lt"/>
              </a:rPr>
              <a:pPr/>
              <a:t>‹nº›</a:t>
            </a:fld>
            <a:endParaRPr lang="en-US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1" y="228649"/>
            <a:ext cx="65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latin typeface="+mn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908308" y="1710000"/>
            <a:ext cx="10505831" cy="1394228"/>
          </a:xfrm>
        </p:spPr>
        <p:txBody>
          <a:bodyPr/>
          <a:lstStyle>
            <a:lvl1pPr>
              <a:defRPr>
                <a:latin typeface="+mn-lt"/>
                <a:sym typeface="+mn-lt"/>
              </a:defRPr>
            </a:lvl1pPr>
            <a:lvl2pPr>
              <a:defRPr>
                <a:latin typeface="+mn-lt"/>
                <a:sym typeface="+mn-lt"/>
              </a:defRPr>
            </a:lvl2pPr>
            <a:lvl3pPr>
              <a:defRPr>
                <a:latin typeface="+mn-lt"/>
                <a:sym typeface="+mn-lt"/>
              </a:defRPr>
            </a:lvl3pPr>
            <a:lvl4pPr>
              <a:defRPr>
                <a:latin typeface="+mn-lt"/>
                <a:sym typeface="+mn-lt"/>
              </a:defRPr>
            </a:lvl4pPr>
          </a:lstStyle>
          <a:p>
            <a:pPr lvl="0"/>
            <a:r>
              <a:rPr lang="en-US"/>
              <a:t>Click to edit Master text styles – Level 0</a:t>
            </a:r>
          </a:p>
          <a:p>
            <a:pPr lvl="1"/>
            <a:r>
              <a:rPr lang="en-US"/>
              <a:t>Level 1</a:t>
            </a:r>
          </a:p>
          <a:p>
            <a:pPr lvl="2"/>
            <a:r>
              <a:rPr lang="en-US"/>
              <a:t>Level 2</a:t>
            </a:r>
          </a:p>
          <a:p>
            <a:pPr lvl="3"/>
            <a:r>
              <a:rPr lang="en-US"/>
              <a:t>Level 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308" y="720001"/>
            <a:ext cx="10505831" cy="747897"/>
          </a:xfrm>
        </p:spPr>
        <p:txBody>
          <a:bodyPr vert="horz">
            <a:normAutofit/>
          </a:bodyPr>
          <a:lstStyle>
            <a:lvl1pPr>
              <a:defRPr sz="2600">
                <a:latin typeface="+mj-lt"/>
                <a:sym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265088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dark blue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58052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endParaRPr lang="en-GB" sz="1800" baseline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4400" y="347896"/>
            <a:ext cx="11264400" cy="2554736"/>
          </a:xfrm>
        </p:spPr>
        <p:txBody>
          <a:bodyPr>
            <a:normAutofit/>
          </a:bodyPr>
          <a:lstStyle>
            <a:lvl1pPr>
              <a:lnSpc>
                <a:spcPts val="7200"/>
              </a:lnSpc>
              <a:defRPr sz="7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1.</a:t>
            </a:r>
            <a:br>
              <a:rPr lang="en-US"/>
            </a:br>
            <a:r>
              <a:rPr lang="en-US"/>
              <a:t>Title</a:t>
            </a:r>
            <a:endParaRPr lang="nl-NL"/>
          </a:p>
        </p:txBody>
      </p:sp>
      <p:sp>
        <p:nvSpPr>
          <p:cNvPr id="5" name="Footer Placeholder 6"/>
          <p:cNvSpPr>
            <a:spLocks noGrp="1"/>
          </p:cNvSpPr>
          <p:nvPr>
            <p:ph type="ftr" sz="quarter" idx="14"/>
          </p:nvPr>
        </p:nvSpPr>
        <p:spPr>
          <a:xfrm>
            <a:off x="3408000" y="6152400"/>
            <a:ext cx="6153600" cy="3024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0742285" y="6152400"/>
            <a:ext cx="973899" cy="302400"/>
          </a:xfrm>
        </p:spPr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7280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phic 33">
            <a:extLst>
              <a:ext uri="{FF2B5EF4-FFF2-40B4-BE49-F238E27FC236}">
                <a16:creationId xmlns:a16="http://schemas.microsoft.com/office/drawing/2014/main" id="{9786227B-80BB-EA4E-9B2B-D2C381FF3B7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64152" y="6171371"/>
            <a:ext cx="4727848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31" name="Tijdelijke aanduiding voor titel 1">
            <a:extLst>
              <a:ext uri="{FF2B5EF4-FFF2-40B4-BE49-F238E27FC236}">
                <a16:creationId xmlns:a16="http://schemas.microsoft.com/office/drawing/2014/main" id="{4A12C4F2-D96B-FF45-96EB-DD8FB987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20688"/>
            <a:ext cx="7560468" cy="100495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rmAutofit/>
          </a:bodyPr>
          <a:lstStyle/>
          <a:p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7206496F-B6F9-CB4A-A2E6-16109C7504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2269" y="2002337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F73087E7-9E0E-5C47-B0F8-8C5B9E37C6C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2269" y="2650883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9D205B1A-A982-9648-BADE-857D2435A3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2269" y="3299429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B91698B5-25FC-8D47-A741-C90B934EB1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2269" y="3947975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587E5C69-400C-DB4D-A6CF-E056E7A310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2269" y="4596521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3240C99-2605-394B-82D3-46B828582C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2269" y="5245068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438347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2C2A3F52-B371-A249-8245-62FE1D54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1628775"/>
            <a:ext cx="10512425" cy="410448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189A4C0-6B8D-9B4F-97D9-711B8A1232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2836333"/>
            <a:ext cx="12192000" cy="4021667"/>
          </a:xfrm>
          <a:prstGeom prst="rect">
            <a:avLst/>
          </a:prstGeom>
        </p:spPr>
      </p:pic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9E1B62F1-6F50-CB40-8C23-106780840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52213" y="6237312"/>
            <a:ext cx="839787" cy="620688"/>
          </a:xfrm>
        </p:spPr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9186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DB51E749-B850-424C-AB92-7C2F932B8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1628775"/>
            <a:ext cx="10512425" cy="410448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1BE4FA4-35F1-F344-8146-19CA3E7E2D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2836333"/>
            <a:ext cx="12192000" cy="4021667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9326E53-8E27-B44A-A687-44367AE6B7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787" y="505935"/>
            <a:ext cx="7560468" cy="1120937"/>
          </a:xfrm>
        </p:spPr>
        <p:txBody>
          <a:bodyPr lIns="36000" tIns="36000" rIns="36000" bIns="36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4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Nr.</a:t>
            </a:r>
            <a:endParaRPr lang="en-NL"/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B892F52B-8FBA-5B46-BEA2-4CDFC11D03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52213" y="6237312"/>
            <a:ext cx="839787" cy="620688"/>
          </a:xfrm>
        </p:spPr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3255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53AE06FF-40A4-3F4D-8D80-8F786CE94ED7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64152" y="6171371"/>
            <a:ext cx="4727848" cy="69932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7" cy="1008087"/>
          </a:xfrm>
        </p:spPr>
        <p:txBody>
          <a:bodyPr wrap="none"/>
          <a:lstStyle>
            <a:lvl1pPr algn="l"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7" y="1989138"/>
            <a:ext cx="10512425" cy="3835662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257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magen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9DBF49E-C520-FA4C-AF09-F6BE1B7496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16680" cy="199316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1008087"/>
          </a:xfrm>
        </p:spPr>
        <p:txBody>
          <a:bodyPr wrap="none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839787" y="2471487"/>
            <a:ext cx="10512425" cy="3353313"/>
          </a:xfrm>
        </p:spPr>
        <p:txBody>
          <a:bodyPr lIns="36000" tIns="36000" rIns="36000" bIns="3600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●"/>
              <a:defRPr sz="1800">
                <a:solidFill>
                  <a:schemeClr val="bg1"/>
                </a:solidFill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1800">
                <a:solidFill>
                  <a:schemeClr val="bg1"/>
                </a:solidFill>
              </a:defRPr>
            </a:lvl3pPr>
            <a:lvl4pPr marL="1105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1800">
                <a:solidFill>
                  <a:schemeClr val="bg1"/>
                </a:solidFill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sz="180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pic>
        <p:nvPicPr>
          <p:cNvPr id="12" name="Afbeelding 6">
            <a:extLst>
              <a:ext uri="{FF2B5EF4-FFF2-40B4-BE49-F238E27FC236}">
                <a16:creationId xmlns:a16="http://schemas.microsoft.com/office/drawing/2014/main" id="{4D2602A8-1787-D443-8436-3D37484770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96338" y="441326"/>
            <a:ext cx="2555875" cy="81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3226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magenta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6A7AA9B-7F74-9A48-A811-6EFF4BCBCD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16680" cy="1993166"/>
          </a:xfrm>
          <a:prstGeom prst="rect">
            <a:avLst/>
          </a:prstGeom>
        </p:spPr>
      </p:pic>
      <p:pic>
        <p:nvPicPr>
          <p:cNvPr id="11" name="Afbeelding 6">
            <a:extLst>
              <a:ext uri="{FF2B5EF4-FFF2-40B4-BE49-F238E27FC236}">
                <a16:creationId xmlns:a16="http://schemas.microsoft.com/office/drawing/2014/main" id="{5D398B38-0BC9-7449-AC77-69E0608FB64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96338" y="441326"/>
            <a:ext cx="2555875" cy="81870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7" y="620689"/>
            <a:ext cx="7560468" cy="1008086"/>
          </a:xfrm>
        </p:spPr>
        <p:txBody>
          <a:bodyPr wrap="none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9883A4C4-39C2-1A48-A213-B07CE48ADA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9788" y="2471486"/>
            <a:ext cx="5040000" cy="3471648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582A036-73F5-504D-951F-453CA289246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12212" y="2471486"/>
            <a:ext cx="5040000" cy="3471648"/>
          </a:xfrm>
          <a:prstGeom prst="roundRect">
            <a:avLst>
              <a:gd name="adj" fmla="val 3688"/>
            </a:avLst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08598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2E769B0A-E9EB-5943-B855-A325F32A1BB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64152" y="6171371"/>
            <a:ext cx="4727848" cy="69932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7" cy="1008086"/>
          </a:xfrm>
        </p:spPr>
        <p:txBody>
          <a:bodyPr wrap="none"/>
          <a:lstStyle>
            <a:lvl1pPr algn="l"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9" y="1989138"/>
            <a:ext cx="5040000" cy="3835662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306628" y="1989138"/>
            <a:ext cx="5040000" cy="383566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3804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0">
              <a:lnSpc>
                <a:spcPct val="100000"/>
              </a:lnSpc>
              <a:buFont typeface="Arial" charset="0"/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7968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- heavy content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55D84240-28EE-7948-99D5-AE7EAB706D5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64152" y="6171371"/>
            <a:ext cx="4727848" cy="69932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7" cy="723722"/>
          </a:xfrm>
        </p:spPr>
        <p:txBody>
          <a:bodyPr wrap="non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8" y="1989138"/>
            <a:ext cx="5040000" cy="3953996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312212" y="1993489"/>
            <a:ext cx="5040000" cy="3949645"/>
          </a:xfrm>
          <a:prstGeom prst="roundRect">
            <a:avLst>
              <a:gd name="adj" fmla="val 2368"/>
            </a:avLst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1B380C6-263A-1B43-AB8D-F7DE47F80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1366039"/>
            <a:ext cx="7560468" cy="274663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</p:spTree>
    <p:extLst>
      <p:ext uri="{BB962C8B-B14F-4D97-AF65-F5344CB8AC3E}">
        <p14:creationId xmlns:p14="http://schemas.microsoft.com/office/powerpoint/2010/main" val="28933378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- heavy content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C90991B3-6F09-8444-8C5B-D8B62875C30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64152" y="6171371"/>
            <a:ext cx="4727848" cy="69932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728838"/>
          </a:xfrm>
        </p:spPr>
        <p:txBody>
          <a:bodyPr wrap="non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8" y="1989138"/>
            <a:ext cx="5040000" cy="3953996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312212" y="3966136"/>
            <a:ext cx="5040000" cy="1980000"/>
          </a:xfrm>
          <a:prstGeom prst="roundRect">
            <a:avLst>
              <a:gd name="adj" fmla="val 4209"/>
            </a:avLst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1366039"/>
            <a:ext cx="7560468" cy="274663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12212" y="1989138"/>
            <a:ext cx="5040000" cy="1800000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7135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- half slide imag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71B8DC5-37D7-5E4A-8201-A80B8B1CBCA4}"/>
              </a:ext>
            </a:extLst>
          </p:cNvPr>
          <p:cNvSpPr/>
          <p:nvPr userDrawn="1"/>
        </p:nvSpPr>
        <p:spPr>
          <a:xfrm>
            <a:off x="8544272" y="404813"/>
            <a:ext cx="3227834" cy="944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EB36D4AA-9557-0748-9D89-5EB05FADB0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2214" y="0"/>
            <a:ext cx="5879786" cy="6858001"/>
          </a:xfrm>
          <a:custGeom>
            <a:avLst/>
            <a:gdLst>
              <a:gd name="connsiteX0" fmla="*/ 4889815 w 5879786"/>
              <a:gd name="connsiteY0" fmla="*/ 783975 h 6858001"/>
              <a:gd name="connsiteX1" fmla="*/ 4979348 w 5879786"/>
              <a:gd name="connsiteY1" fmla="*/ 890067 h 6858001"/>
              <a:gd name="connsiteX2" fmla="*/ 4855158 w 5879786"/>
              <a:gd name="connsiteY2" fmla="*/ 996160 h 6858001"/>
              <a:gd name="connsiteX3" fmla="*/ 4765626 w 5879786"/>
              <a:gd name="connsiteY3" fmla="*/ 890067 h 6858001"/>
              <a:gd name="connsiteX4" fmla="*/ 4889815 w 5879786"/>
              <a:gd name="connsiteY4" fmla="*/ 783975 h 6858001"/>
              <a:gd name="connsiteX5" fmla="*/ 4264534 w 5879786"/>
              <a:gd name="connsiteY5" fmla="*/ 778240 h 6858001"/>
              <a:gd name="connsiteX6" fmla="*/ 4338181 w 5879786"/>
              <a:gd name="connsiteY6" fmla="*/ 854225 h 6858001"/>
              <a:gd name="connsiteX7" fmla="*/ 4163449 w 5879786"/>
              <a:gd name="connsiteY7" fmla="*/ 854225 h 6858001"/>
              <a:gd name="connsiteX8" fmla="*/ 4264534 w 5879786"/>
              <a:gd name="connsiteY8" fmla="*/ 778240 h 6858001"/>
              <a:gd name="connsiteX9" fmla="*/ 3398093 w 5879786"/>
              <a:gd name="connsiteY9" fmla="*/ 736663 h 6858001"/>
              <a:gd name="connsiteX10" fmla="*/ 3369212 w 5879786"/>
              <a:gd name="connsiteY10" fmla="*/ 911572 h 6858001"/>
              <a:gd name="connsiteX11" fmla="*/ 3478961 w 5879786"/>
              <a:gd name="connsiteY11" fmla="*/ 1052074 h 6858001"/>
              <a:gd name="connsiteX12" fmla="*/ 3634920 w 5879786"/>
              <a:gd name="connsiteY12" fmla="*/ 911572 h 6858001"/>
              <a:gd name="connsiteX13" fmla="*/ 3663802 w 5879786"/>
              <a:gd name="connsiteY13" fmla="*/ 736663 h 6858001"/>
              <a:gd name="connsiteX14" fmla="*/ 3603151 w 5879786"/>
              <a:gd name="connsiteY14" fmla="*/ 736663 h 6858001"/>
              <a:gd name="connsiteX15" fmla="*/ 3575713 w 5879786"/>
              <a:gd name="connsiteY15" fmla="*/ 905838 h 6858001"/>
              <a:gd name="connsiteX16" fmla="*/ 3489069 w 5879786"/>
              <a:gd name="connsiteY16" fmla="*/ 997594 h 6858001"/>
              <a:gd name="connsiteX17" fmla="*/ 3431307 w 5879786"/>
              <a:gd name="connsiteY17" fmla="*/ 905838 h 6858001"/>
              <a:gd name="connsiteX18" fmla="*/ 3458744 w 5879786"/>
              <a:gd name="connsiteY18" fmla="*/ 736663 h 6858001"/>
              <a:gd name="connsiteX19" fmla="*/ 4898480 w 5879786"/>
              <a:gd name="connsiteY19" fmla="*/ 728061 h 6858001"/>
              <a:gd name="connsiteX20" fmla="*/ 4704975 w 5879786"/>
              <a:gd name="connsiteY20" fmla="*/ 890067 h 6858001"/>
              <a:gd name="connsiteX21" fmla="*/ 4846493 w 5879786"/>
              <a:gd name="connsiteY21" fmla="*/ 1052074 h 6858001"/>
              <a:gd name="connsiteX22" fmla="*/ 5039998 w 5879786"/>
              <a:gd name="connsiteY22" fmla="*/ 890067 h 6858001"/>
              <a:gd name="connsiteX23" fmla="*/ 4898480 w 5879786"/>
              <a:gd name="connsiteY23" fmla="*/ 728061 h 6858001"/>
              <a:gd name="connsiteX24" fmla="*/ 4271754 w 5879786"/>
              <a:gd name="connsiteY24" fmla="*/ 728061 h 6858001"/>
              <a:gd name="connsiteX25" fmla="*/ 4092690 w 5879786"/>
              <a:gd name="connsiteY25" fmla="*/ 892935 h 6858001"/>
              <a:gd name="connsiteX26" fmla="*/ 4221212 w 5879786"/>
              <a:gd name="connsiteY26" fmla="*/ 1053507 h 6858001"/>
              <a:gd name="connsiteX27" fmla="*/ 4380059 w 5879786"/>
              <a:gd name="connsiteY27" fmla="*/ 970354 h 6858001"/>
              <a:gd name="connsiteX28" fmla="*/ 4333849 w 5879786"/>
              <a:gd name="connsiteY28" fmla="*/ 941680 h 6858001"/>
              <a:gd name="connsiteX29" fmla="*/ 4229876 w 5879786"/>
              <a:gd name="connsiteY29" fmla="*/ 1000461 h 6858001"/>
              <a:gd name="connsiteX30" fmla="*/ 4151897 w 5879786"/>
              <a:gd name="connsiteY30" fmla="*/ 898669 h 6858001"/>
              <a:gd name="connsiteX31" fmla="*/ 4390168 w 5879786"/>
              <a:gd name="connsiteY31" fmla="*/ 898669 h 6858001"/>
              <a:gd name="connsiteX32" fmla="*/ 4391612 w 5879786"/>
              <a:gd name="connsiteY32" fmla="*/ 890067 h 6858001"/>
              <a:gd name="connsiteX33" fmla="*/ 4271754 w 5879786"/>
              <a:gd name="connsiteY33" fmla="*/ 728061 h 6858001"/>
              <a:gd name="connsiteX34" fmla="*/ 4624107 w 5879786"/>
              <a:gd name="connsiteY34" fmla="*/ 726628 h 6858001"/>
              <a:gd name="connsiteX35" fmla="*/ 4426269 w 5879786"/>
              <a:gd name="connsiteY35" fmla="*/ 891502 h 6858001"/>
              <a:gd name="connsiteX36" fmla="*/ 4567788 w 5879786"/>
              <a:gd name="connsiteY36" fmla="*/ 1052074 h 6858001"/>
              <a:gd name="connsiteX37" fmla="*/ 4657320 w 5879786"/>
              <a:gd name="connsiteY37" fmla="*/ 1032003 h 6858001"/>
              <a:gd name="connsiteX38" fmla="*/ 4668873 w 5879786"/>
              <a:gd name="connsiteY38" fmla="*/ 957451 h 6858001"/>
              <a:gd name="connsiteX39" fmla="*/ 4576452 w 5879786"/>
              <a:gd name="connsiteY39" fmla="*/ 997594 h 6858001"/>
              <a:gd name="connsiteX40" fmla="*/ 4485476 w 5879786"/>
              <a:gd name="connsiteY40" fmla="*/ 888634 h 6858001"/>
              <a:gd name="connsiteX41" fmla="*/ 4606778 w 5879786"/>
              <a:gd name="connsiteY41" fmla="*/ 781108 h 6858001"/>
              <a:gd name="connsiteX42" fmla="*/ 4690534 w 5879786"/>
              <a:gd name="connsiteY42" fmla="*/ 822685 h 6858001"/>
              <a:gd name="connsiteX43" fmla="*/ 4703530 w 5879786"/>
              <a:gd name="connsiteY43" fmla="*/ 746700 h 6858001"/>
              <a:gd name="connsiteX44" fmla="*/ 4624107 w 5879786"/>
              <a:gd name="connsiteY44" fmla="*/ 726628 h 6858001"/>
              <a:gd name="connsiteX45" fmla="*/ 4073917 w 5879786"/>
              <a:gd name="connsiteY45" fmla="*/ 726628 h 6858001"/>
              <a:gd name="connsiteX46" fmla="*/ 3978609 w 5879786"/>
              <a:gd name="connsiteY46" fmla="*/ 785409 h 6858001"/>
              <a:gd name="connsiteX47" fmla="*/ 3977165 w 5879786"/>
              <a:gd name="connsiteY47" fmla="*/ 785409 h 6858001"/>
              <a:gd name="connsiteX48" fmla="*/ 3984385 w 5879786"/>
              <a:gd name="connsiteY48" fmla="*/ 735230 h 6858001"/>
              <a:gd name="connsiteX49" fmla="*/ 3923734 w 5879786"/>
              <a:gd name="connsiteY49" fmla="*/ 735230 h 6858001"/>
              <a:gd name="connsiteX50" fmla="*/ 3874636 w 5879786"/>
              <a:gd name="connsiteY50" fmla="*/ 1040605 h 6858001"/>
              <a:gd name="connsiteX51" fmla="*/ 3935287 w 5879786"/>
              <a:gd name="connsiteY51" fmla="*/ 1040605 h 6858001"/>
              <a:gd name="connsiteX52" fmla="*/ 3959836 w 5879786"/>
              <a:gd name="connsiteY52" fmla="*/ 890068 h 6858001"/>
              <a:gd name="connsiteX53" fmla="*/ 4050812 w 5879786"/>
              <a:gd name="connsiteY53" fmla="*/ 781108 h 6858001"/>
              <a:gd name="connsiteX54" fmla="*/ 4085470 w 5879786"/>
              <a:gd name="connsiteY54" fmla="*/ 794011 h 6858001"/>
              <a:gd name="connsiteX55" fmla="*/ 4121572 w 5879786"/>
              <a:gd name="connsiteY55" fmla="*/ 740965 h 6858001"/>
              <a:gd name="connsiteX56" fmla="*/ 4073917 w 5879786"/>
              <a:gd name="connsiteY56" fmla="*/ 726628 h 6858001"/>
              <a:gd name="connsiteX57" fmla="*/ 3233470 w 5879786"/>
              <a:gd name="connsiteY57" fmla="*/ 726628 h 6858001"/>
              <a:gd name="connsiteX58" fmla="*/ 3129497 w 5879786"/>
              <a:gd name="connsiteY58" fmla="*/ 776807 h 6858001"/>
              <a:gd name="connsiteX59" fmla="*/ 3136717 w 5879786"/>
              <a:gd name="connsiteY59" fmla="*/ 736664 h 6858001"/>
              <a:gd name="connsiteX60" fmla="*/ 3076066 w 5879786"/>
              <a:gd name="connsiteY60" fmla="*/ 736664 h 6858001"/>
              <a:gd name="connsiteX61" fmla="*/ 3025524 w 5879786"/>
              <a:gd name="connsiteY61" fmla="*/ 1040605 h 6858001"/>
              <a:gd name="connsiteX62" fmla="*/ 3086175 w 5879786"/>
              <a:gd name="connsiteY62" fmla="*/ 1040605 h 6858001"/>
              <a:gd name="connsiteX63" fmla="*/ 3109280 w 5879786"/>
              <a:gd name="connsiteY63" fmla="*/ 900104 h 6858001"/>
              <a:gd name="connsiteX64" fmla="*/ 3207477 w 5879786"/>
              <a:gd name="connsiteY64" fmla="*/ 778241 h 6858001"/>
              <a:gd name="connsiteX65" fmla="*/ 3262351 w 5879786"/>
              <a:gd name="connsiteY65" fmla="*/ 865695 h 6858001"/>
              <a:gd name="connsiteX66" fmla="*/ 3233470 w 5879786"/>
              <a:gd name="connsiteY66" fmla="*/ 1040605 h 6858001"/>
              <a:gd name="connsiteX67" fmla="*/ 3294121 w 5879786"/>
              <a:gd name="connsiteY67" fmla="*/ 1040605 h 6858001"/>
              <a:gd name="connsiteX68" fmla="*/ 3323002 w 5879786"/>
              <a:gd name="connsiteY68" fmla="*/ 858527 h 6858001"/>
              <a:gd name="connsiteX69" fmla="*/ 3233470 w 5879786"/>
              <a:gd name="connsiteY69" fmla="*/ 726628 h 6858001"/>
              <a:gd name="connsiteX70" fmla="*/ 3769219 w 5879786"/>
              <a:gd name="connsiteY70" fmla="*/ 639173 h 6858001"/>
              <a:gd name="connsiteX71" fmla="*/ 3753334 w 5879786"/>
              <a:gd name="connsiteY71" fmla="*/ 736664 h 6858001"/>
              <a:gd name="connsiteX72" fmla="*/ 3721565 w 5879786"/>
              <a:gd name="connsiteY72" fmla="*/ 736664 h 6858001"/>
              <a:gd name="connsiteX73" fmla="*/ 3711456 w 5879786"/>
              <a:gd name="connsiteY73" fmla="*/ 791144 h 6858001"/>
              <a:gd name="connsiteX74" fmla="*/ 3744670 w 5879786"/>
              <a:gd name="connsiteY74" fmla="*/ 791144 h 6858001"/>
              <a:gd name="connsiteX75" fmla="*/ 3704236 w 5879786"/>
              <a:gd name="connsiteY75" fmla="*/ 1042038 h 6858001"/>
              <a:gd name="connsiteX76" fmla="*/ 3764887 w 5879786"/>
              <a:gd name="connsiteY76" fmla="*/ 1042038 h 6858001"/>
              <a:gd name="connsiteX77" fmla="*/ 3805321 w 5879786"/>
              <a:gd name="connsiteY77" fmla="*/ 791144 h 6858001"/>
              <a:gd name="connsiteX78" fmla="*/ 3873192 w 5879786"/>
              <a:gd name="connsiteY78" fmla="*/ 791144 h 6858001"/>
              <a:gd name="connsiteX79" fmla="*/ 3881856 w 5879786"/>
              <a:gd name="connsiteY79" fmla="*/ 736664 h 6858001"/>
              <a:gd name="connsiteX80" fmla="*/ 3813985 w 5879786"/>
              <a:gd name="connsiteY80" fmla="*/ 736664 h 6858001"/>
              <a:gd name="connsiteX81" fmla="*/ 3829870 w 5879786"/>
              <a:gd name="connsiteY81" fmla="*/ 639173 h 6858001"/>
              <a:gd name="connsiteX82" fmla="*/ 3100616 w 5879786"/>
              <a:gd name="connsiteY82" fmla="*/ 441325 h 6858001"/>
              <a:gd name="connsiteX83" fmla="*/ 2936534 w 5879786"/>
              <a:gd name="connsiteY83" fmla="*/ 509066 h 6858001"/>
              <a:gd name="connsiteX84" fmla="*/ 2909070 w 5879786"/>
              <a:gd name="connsiteY84" fmla="*/ 534657 h 6858001"/>
              <a:gd name="connsiteX85" fmla="*/ 2901994 w 5879786"/>
              <a:gd name="connsiteY85" fmla="*/ 535408 h 6858001"/>
              <a:gd name="connsiteX86" fmla="*/ 2652955 w 5879786"/>
              <a:gd name="connsiteY86" fmla="*/ 801179 h 6858001"/>
              <a:gd name="connsiteX87" fmla="*/ 2631294 w 5879786"/>
              <a:gd name="connsiteY87" fmla="*/ 934512 h 6858001"/>
              <a:gd name="connsiteX88" fmla="*/ 2483999 w 5879786"/>
              <a:gd name="connsiteY88" fmla="*/ 1254224 h 6858001"/>
              <a:gd name="connsiteX89" fmla="*/ 2726602 w 5879786"/>
              <a:gd name="connsiteY89" fmla="*/ 960318 h 6858001"/>
              <a:gd name="connsiteX90" fmla="*/ 2749707 w 5879786"/>
              <a:gd name="connsiteY90" fmla="*/ 825552 h 6858001"/>
              <a:gd name="connsiteX91" fmla="*/ 2875341 w 5879786"/>
              <a:gd name="connsiteY91" fmla="*/ 550285 h 6858001"/>
              <a:gd name="connsiteX92" fmla="*/ 2892225 w 5879786"/>
              <a:gd name="connsiteY92" fmla="*/ 551631 h 6858001"/>
              <a:gd name="connsiteX93" fmla="*/ 2859975 w 5879786"/>
              <a:gd name="connsiteY93" fmla="*/ 593743 h 6858001"/>
              <a:gd name="connsiteX94" fmla="*/ 2814690 w 5879786"/>
              <a:gd name="connsiteY94" fmla="*/ 712291 h 6858001"/>
              <a:gd name="connsiteX95" fmla="*/ 2777144 w 5879786"/>
              <a:gd name="connsiteY95" fmla="*/ 934512 h 6858001"/>
              <a:gd name="connsiteX96" fmla="*/ 2596636 w 5879786"/>
              <a:gd name="connsiteY96" fmla="*/ 1254224 h 6858001"/>
              <a:gd name="connsiteX97" fmla="*/ 2869565 w 5879786"/>
              <a:gd name="connsiteY97" fmla="*/ 983258 h 6858001"/>
              <a:gd name="connsiteX98" fmla="*/ 2911443 w 5879786"/>
              <a:gd name="connsiteY98" fmla="*/ 736664 h 6858001"/>
              <a:gd name="connsiteX99" fmla="*/ 2938587 w 5879786"/>
              <a:gd name="connsiteY99" fmla="*/ 612807 h 6858001"/>
              <a:gd name="connsiteX100" fmla="*/ 2949984 w 5879786"/>
              <a:gd name="connsiteY100" fmla="*/ 578439 h 6858001"/>
              <a:gd name="connsiteX101" fmla="*/ 2976472 w 5879786"/>
              <a:gd name="connsiteY101" fmla="*/ 611575 h 6858001"/>
              <a:gd name="connsiteX102" fmla="*/ 3008196 w 5879786"/>
              <a:gd name="connsiteY102" fmla="*/ 667847 h 6858001"/>
              <a:gd name="connsiteX103" fmla="*/ 3028413 w 5879786"/>
              <a:gd name="connsiteY103" fmla="*/ 570356 h 6858001"/>
              <a:gd name="connsiteX104" fmla="*/ 2994296 w 5879786"/>
              <a:gd name="connsiteY104" fmla="*/ 544550 h 6858001"/>
              <a:gd name="connsiteX105" fmla="*/ 2966841 w 5879786"/>
              <a:gd name="connsiteY105" fmla="*/ 538320 h 6858001"/>
              <a:gd name="connsiteX106" fmla="*/ 2968303 w 5879786"/>
              <a:gd name="connsiteY106" fmla="*/ 535052 h 6858001"/>
              <a:gd name="connsiteX107" fmla="*/ 3037077 w 5879786"/>
              <a:gd name="connsiteY107" fmla="*/ 461397 h 6858001"/>
              <a:gd name="connsiteX108" fmla="*/ 3169931 w 5879786"/>
              <a:gd name="connsiteY108" fmla="*/ 578959 h 6858001"/>
              <a:gd name="connsiteX109" fmla="*/ 3190148 w 5879786"/>
              <a:gd name="connsiteY109" fmla="*/ 481468 h 6858001"/>
              <a:gd name="connsiteX110" fmla="*/ 3100616 w 5879786"/>
              <a:gd name="connsiteY110" fmla="*/ 441325 h 6858001"/>
              <a:gd name="connsiteX111" fmla="*/ 0 w 5879786"/>
              <a:gd name="connsiteY111" fmla="*/ 0 h 6858001"/>
              <a:gd name="connsiteX112" fmla="*/ 5879786 w 5879786"/>
              <a:gd name="connsiteY112" fmla="*/ 0 h 6858001"/>
              <a:gd name="connsiteX113" fmla="*/ 5879786 w 5879786"/>
              <a:gd name="connsiteY113" fmla="*/ 1620736 h 6858001"/>
              <a:gd name="connsiteX114" fmla="*/ 5879786 w 5879786"/>
              <a:gd name="connsiteY114" fmla="*/ 3717032 h 6858001"/>
              <a:gd name="connsiteX115" fmla="*/ 5879786 w 5879786"/>
              <a:gd name="connsiteY115" fmla="*/ 6858001 h 6858001"/>
              <a:gd name="connsiteX116" fmla="*/ 0 w 5879786"/>
              <a:gd name="connsiteY116" fmla="*/ 6858001 h 6858001"/>
              <a:gd name="connsiteX117" fmla="*/ 0 w 5879786"/>
              <a:gd name="connsiteY117" fmla="*/ 3717032 h 6858001"/>
              <a:gd name="connsiteX118" fmla="*/ 0 w 5879786"/>
              <a:gd name="connsiteY118" fmla="*/ 2258544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5879786" h="6858001">
                <a:moveTo>
                  <a:pt x="4889815" y="783975"/>
                </a:moveTo>
                <a:cubicBezTo>
                  <a:pt x="4949022" y="783975"/>
                  <a:pt x="4989456" y="831286"/>
                  <a:pt x="4979348" y="890067"/>
                </a:cubicBezTo>
                <a:cubicBezTo>
                  <a:pt x="4970683" y="947415"/>
                  <a:pt x="4914365" y="996160"/>
                  <a:pt x="4855158" y="996160"/>
                </a:cubicBezTo>
                <a:cubicBezTo>
                  <a:pt x="4795951" y="996160"/>
                  <a:pt x="4756961" y="947415"/>
                  <a:pt x="4765626" y="890067"/>
                </a:cubicBezTo>
                <a:cubicBezTo>
                  <a:pt x="4775734" y="831286"/>
                  <a:pt x="4830609" y="782541"/>
                  <a:pt x="4889815" y="783975"/>
                </a:cubicBezTo>
                <a:close/>
                <a:moveTo>
                  <a:pt x="4264534" y="778240"/>
                </a:moveTo>
                <a:cubicBezTo>
                  <a:pt x="4312188" y="778240"/>
                  <a:pt x="4338181" y="808347"/>
                  <a:pt x="4338181" y="854225"/>
                </a:cubicBezTo>
                <a:lnTo>
                  <a:pt x="4163449" y="854225"/>
                </a:lnTo>
                <a:cubicBezTo>
                  <a:pt x="4177890" y="811215"/>
                  <a:pt x="4218324" y="778240"/>
                  <a:pt x="4264534" y="778240"/>
                </a:cubicBezTo>
                <a:close/>
                <a:moveTo>
                  <a:pt x="3398093" y="736663"/>
                </a:moveTo>
                <a:lnTo>
                  <a:pt x="3369212" y="911572"/>
                </a:lnTo>
                <a:cubicBezTo>
                  <a:pt x="3356215" y="994726"/>
                  <a:pt x="3386541" y="1052074"/>
                  <a:pt x="3478961" y="1052074"/>
                </a:cubicBezTo>
                <a:cubicBezTo>
                  <a:pt x="3571381" y="1052074"/>
                  <a:pt x="3621924" y="994726"/>
                  <a:pt x="3634920" y="911572"/>
                </a:cubicBezTo>
                <a:lnTo>
                  <a:pt x="3663802" y="736663"/>
                </a:lnTo>
                <a:lnTo>
                  <a:pt x="3603151" y="736663"/>
                </a:lnTo>
                <a:lnTo>
                  <a:pt x="3575713" y="905838"/>
                </a:lnTo>
                <a:cubicBezTo>
                  <a:pt x="3568493" y="954583"/>
                  <a:pt x="3548276" y="997594"/>
                  <a:pt x="3489069" y="997594"/>
                </a:cubicBezTo>
                <a:cubicBezTo>
                  <a:pt x="3428419" y="997594"/>
                  <a:pt x="3422642" y="954583"/>
                  <a:pt x="3431307" y="905838"/>
                </a:cubicBezTo>
                <a:lnTo>
                  <a:pt x="3458744" y="736663"/>
                </a:lnTo>
                <a:close/>
                <a:moveTo>
                  <a:pt x="4898480" y="728061"/>
                </a:moveTo>
                <a:cubicBezTo>
                  <a:pt x="4804615" y="728061"/>
                  <a:pt x="4719415" y="798312"/>
                  <a:pt x="4704975" y="890067"/>
                </a:cubicBezTo>
                <a:cubicBezTo>
                  <a:pt x="4690534" y="981823"/>
                  <a:pt x="4752629" y="1052074"/>
                  <a:pt x="4846493" y="1052074"/>
                </a:cubicBezTo>
                <a:cubicBezTo>
                  <a:pt x="4940358" y="1052074"/>
                  <a:pt x="5025558" y="981823"/>
                  <a:pt x="5039998" y="890067"/>
                </a:cubicBezTo>
                <a:cubicBezTo>
                  <a:pt x="5055883" y="798312"/>
                  <a:pt x="4993788" y="726627"/>
                  <a:pt x="4898480" y="728061"/>
                </a:cubicBezTo>
                <a:close/>
                <a:moveTo>
                  <a:pt x="4271754" y="728061"/>
                </a:moveTo>
                <a:cubicBezTo>
                  <a:pt x="4170670" y="728061"/>
                  <a:pt x="4108575" y="799745"/>
                  <a:pt x="4092690" y="892935"/>
                </a:cubicBezTo>
                <a:cubicBezTo>
                  <a:pt x="4078249" y="983257"/>
                  <a:pt x="4125903" y="1053507"/>
                  <a:pt x="4221212" y="1053507"/>
                </a:cubicBezTo>
                <a:cubicBezTo>
                  <a:pt x="4281863" y="1053507"/>
                  <a:pt x="4342514" y="1023400"/>
                  <a:pt x="4380059" y="970354"/>
                </a:cubicBezTo>
                <a:lnTo>
                  <a:pt x="4333849" y="941680"/>
                </a:lnTo>
                <a:cubicBezTo>
                  <a:pt x="4304968" y="977522"/>
                  <a:pt x="4276086" y="1000461"/>
                  <a:pt x="4229876" y="1000461"/>
                </a:cubicBezTo>
                <a:cubicBezTo>
                  <a:pt x="4172114" y="1000461"/>
                  <a:pt x="4144676" y="950282"/>
                  <a:pt x="4151897" y="898669"/>
                </a:cubicBezTo>
                <a:lnTo>
                  <a:pt x="4390168" y="898669"/>
                </a:lnTo>
                <a:lnTo>
                  <a:pt x="4391612" y="890067"/>
                </a:lnTo>
                <a:cubicBezTo>
                  <a:pt x="4406053" y="799745"/>
                  <a:pt x="4371395" y="728061"/>
                  <a:pt x="4271754" y="728061"/>
                </a:cubicBezTo>
                <a:close/>
                <a:moveTo>
                  <a:pt x="4624107" y="726628"/>
                </a:moveTo>
                <a:cubicBezTo>
                  <a:pt x="4527354" y="726628"/>
                  <a:pt x="4442154" y="796879"/>
                  <a:pt x="4426269" y="891502"/>
                </a:cubicBezTo>
                <a:cubicBezTo>
                  <a:pt x="4410385" y="983257"/>
                  <a:pt x="4475368" y="1052074"/>
                  <a:pt x="4567788" y="1052074"/>
                </a:cubicBezTo>
                <a:cubicBezTo>
                  <a:pt x="4599558" y="1052074"/>
                  <a:pt x="4626995" y="1046340"/>
                  <a:pt x="4657320" y="1032003"/>
                </a:cubicBezTo>
                <a:lnTo>
                  <a:pt x="4668873" y="957451"/>
                </a:lnTo>
                <a:cubicBezTo>
                  <a:pt x="4641435" y="981824"/>
                  <a:pt x="4611110" y="997594"/>
                  <a:pt x="4576452" y="997594"/>
                </a:cubicBezTo>
                <a:cubicBezTo>
                  <a:pt x="4512914" y="997594"/>
                  <a:pt x="4475368" y="951716"/>
                  <a:pt x="4485476" y="888634"/>
                </a:cubicBezTo>
                <a:cubicBezTo>
                  <a:pt x="4494141" y="831287"/>
                  <a:pt x="4547571" y="781108"/>
                  <a:pt x="4606778" y="781108"/>
                </a:cubicBezTo>
                <a:cubicBezTo>
                  <a:pt x="4644324" y="781108"/>
                  <a:pt x="4670317" y="795445"/>
                  <a:pt x="4690534" y="822685"/>
                </a:cubicBezTo>
                <a:lnTo>
                  <a:pt x="4703530" y="746700"/>
                </a:lnTo>
                <a:cubicBezTo>
                  <a:pt x="4681869" y="733796"/>
                  <a:pt x="4651544" y="726628"/>
                  <a:pt x="4624107" y="726628"/>
                </a:cubicBezTo>
                <a:close/>
                <a:moveTo>
                  <a:pt x="4073917" y="726628"/>
                </a:moveTo>
                <a:cubicBezTo>
                  <a:pt x="4033483" y="726628"/>
                  <a:pt x="3998826" y="749567"/>
                  <a:pt x="3978609" y="785409"/>
                </a:cubicBezTo>
                <a:lnTo>
                  <a:pt x="3977165" y="785409"/>
                </a:lnTo>
                <a:lnTo>
                  <a:pt x="3984385" y="735230"/>
                </a:lnTo>
                <a:lnTo>
                  <a:pt x="3923734" y="735230"/>
                </a:lnTo>
                <a:lnTo>
                  <a:pt x="3874636" y="1040605"/>
                </a:lnTo>
                <a:lnTo>
                  <a:pt x="3935287" y="1040605"/>
                </a:lnTo>
                <a:lnTo>
                  <a:pt x="3959836" y="890068"/>
                </a:lnTo>
                <a:cubicBezTo>
                  <a:pt x="3968500" y="839889"/>
                  <a:pt x="3985829" y="781108"/>
                  <a:pt x="4050812" y="781108"/>
                </a:cubicBezTo>
                <a:cubicBezTo>
                  <a:pt x="4065253" y="781108"/>
                  <a:pt x="4076805" y="785409"/>
                  <a:pt x="4085470" y="794011"/>
                </a:cubicBezTo>
                <a:lnTo>
                  <a:pt x="4121572" y="740965"/>
                </a:lnTo>
                <a:cubicBezTo>
                  <a:pt x="4107131" y="732363"/>
                  <a:pt x="4091246" y="726628"/>
                  <a:pt x="4073917" y="726628"/>
                </a:cubicBezTo>
                <a:close/>
                <a:moveTo>
                  <a:pt x="3233470" y="726628"/>
                </a:moveTo>
                <a:cubicBezTo>
                  <a:pt x="3195924" y="726628"/>
                  <a:pt x="3155490" y="743832"/>
                  <a:pt x="3129497" y="776807"/>
                </a:cubicBezTo>
                <a:lnTo>
                  <a:pt x="3136717" y="736664"/>
                </a:lnTo>
                <a:lnTo>
                  <a:pt x="3076066" y="736664"/>
                </a:lnTo>
                <a:lnTo>
                  <a:pt x="3025524" y="1040605"/>
                </a:lnTo>
                <a:lnTo>
                  <a:pt x="3086175" y="1040605"/>
                </a:lnTo>
                <a:lnTo>
                  <a:pt x="3109280" y="900104"/>
                </a:lnTo>
                <a:cubicBezTo>
                  <a:pt x="3119388" y="844190"/>
                  <a:pt x="3129497" y="778241"/>
                  <a:pt x="3207477" y="778241"/>
                </a:cubicBezTo>
                <a:cubicBezTo>
                  <a:pt x="3269571" y="778241"/>
                  <a:pt x="3271016" y="814083"/>
                  <a:pt x="3262351" y="865695"/>
                </a:cubicBezTo>
                <a:lnTo>
                  <a:pt x="3233470" y="1040605"/>
                </a:lnTo>
                <a:lnTo>
                  <a:pt x="3294121" y="1040605"/>
                </a:lnTo>
                <a:lnTo>
                  <a:pt x="3323002" y="858527"/>
                </a:lnTo>
                <a:cubicBezTo>
                  <a:pt x="3334555" y="783975"/>
                  <a:pt x="3321558" y="726628"/>
                  <a:pt x="3233470" y="726628"/>
                </a:cubicBezTo>
                <a:close/>
                <a:moveTo>
                  <a:pt x="3769219" y="639173"/>
                </a:moveTo>
                <a:lnTo>
                  <a:pt x="3753334" y="736664"/>
                </a:lnTo>
                <a:lnTo>
                  <a:pt x="3721565" y="736664"/>
                </a:lnTo>
                <a:lnTo>
                  <a:pt x="3711456" y="791144"/>
                </a:lnTo>
                <a:lnTo>
                  <a:pt x="3744670" y="791144"/>
                </a:lnTo>
                <a:lnTo>
                  <a:pt x="3704236" y="1042038"/>
                </a:lnTo>
                <a:lnTo>
                  <a:pt x="3764887" y="1042038"/>
                </a:lnTo>
                <a:lnTo>
                  <a:pt x="3805321" y="791144"/>
                </a:lnTo>
                <a:lnTo>
                  <a:pt x="3873192" y="791144"/>
                </a:lnTo>
                <a:lnTo>
                  <a:pt x="3881856" y="736664"/>
                </a:lnTo>
                <a:lnTo>
                  <a:pt x="3813985" y="736664"/>
                </a:lnTo>
                <a:lnTo>
                  <a:pt x="3829870" y="639173"/>
                </a:lnTo>
                <a:close/>
                <a:moveTo>
                  <a:pt x="3100616" y="441325"/>
                </a:moveTo>
                <a:cubicBezTo>
                  <a:pt x="3057294" y="441325"/>
                  <a:pt x="2993394" y="463905"/>
                  <a:pt x="2936534" y="509066"/>
                </a:cubicBezTo>
                <a:lnTo>
                  <a:pt x="2909070" y="534657"/>
                </a:lnTo>
                <a:lnTo>
                  <a:pt x="2901994" y="535408"/>
                </a:lnTo>
                <a:cubicBezTo>
                  <a:pt x="2812163" y="554205"/>
                  <a:pt x="2679489" y="643116"/>
                  <a:pt x="2652955" y="801179"/>
                </a:cubicBezTo>
                <a:lnTo>
                  <a:pt x="2631294" y="934512"/>
                </a:lnTo>
                <a:cubicBezTo>
                  <a:pt x="2595192" y="1150998"/>
                  <a:pt x="2576419" y="1201177"/>
                  <a:pt x="2483999" y="1254224"/>
                </a:cubicBezTo>
                <a:cubicBezTo>
                  <a:pt x="2550426" y="1242754"/>
                  <a:pt x="2690501" y="1179672"/>
                  <a:pt x="2726602" y="960318"/>
                </a:cubicBezTo>
                <a:lnTo>
                  <a:pt x="2749707" y="825552"/>
                </a:lnTo>
                <a:cubicBezTo>
                  <a:pt x="2784365" y="623403"/>
                  <a:pt x="2824799" y="581826"/>
                  <a:pt x="2875341" y="550285"/>
                </a:cubicBezTo>
                <a:lnTo>
                  <a:pt x="2892225" y="551631"/>
                </a:lnTo>
                <a:lnTo>
                  <a:pt x="2859975" y="593743"/>
                </a:lnTo>
                <a:cubicBezTo>
                  <a:pt x="2838517" y="627614"/>
                  <a:pt x="2822272" y="667130"/>
                  <a:pt x="2814690" y="712291"/>
                </a:cubicBezTo>
                <a:lnTo>
                  <a:pt x="2777144" y="934512"/>
                </a:lnTo>
                <a:cubicBezTo>
                  <a:pt x="2748263" y="1106555"/>
                  <a:pt x="2689056" y="1201178"/>
                  <a:pt x="2596636" y="1254224"/>
                </a:cubicBezTo>
                <a:cubicBezTo>
                  <a:pt x="2654399" y="1249923"/>
                  <a:pt x="2836351" y="1181106"/>
                  <a:pt x="2869565" y="983258"/>
                </a:cubicBezTo>
                <a:lnTo>
                  <a:pt x="2911443" y="736664"/>
                </a:lnTo>
                <a:cubicBezTo>
                  <a:pt x="2920107" y="686127"/>
                  <a:pt x="2929133" y="645625"/>
                  <a:pt x="2938587" y="612807"/>
                </a:cubicBezTo>
                <a:lnTo>
                  <a:pt x="2949984" y="578439"/>
                </a:lnTo>
                <a:lnTo>
                  <a:pt x="2976472" y="611575"/>
                </a:lnTo>
                <a:cubicBezTo>
                  <a:pt x="2986625" y="627256"/>
                  <a:pt x="2997004" y="645983"/>
                  <a:pt x="3008196" y="667847"/>
                </a:cubicBezTo>
                <a:lnTo>
                  <a:pt x="3028413" y="570356"/>
                </a:lnTo>
                <a:cubicBezTo>
                  <a:pt x="3020471" y="561754"/>
                  <a:pt x="3009279" y="552077"/>
                  <a:pt x="2994296" y="544550"/>
                </a:cubicBezTo>
                <a:lnTo>
                  <a:pt x="2966841" y="538320"/>
                </a:lnTo>
                <a:lnTo>
                  <a:pt x="2968303" y="535052"/>
                </a:lnTo>
                <a:cubicBezTo>
                  <a:pt x="2989061" y="495447"/>
                  <a:pt x="3011805" y="477167"/>
                  <a:pt x="3037077" y="461397"/>
                </a:cubicBezTo>
                <a:cubicBezTo>
                  <a:pt x="3093395" y="454228"/>
                  <a:pt x="3125165" y="491504"/>
                  <a:pt x="3169931" y="578959"/>
                </a:cubicBezTo>
                <a:lnTo>
                  <a:pt x="3190148" y="481468"/>
                </a:lnTo>
                <a:cubicBezTo>
                  <a:pt x="3175707" y="462830"/>
                  <a:pt x="3145382" y="441325"/>
                  <a:pt x="3100616" y="441325"/>
                </a:cubicBezTo>
                <a:close/>
                <a:moveTo>
                  <a:pt x="0" y="0"/>
                </a:moveTo>
                <a:lnTo>
                  <a:pt x="5879786" y="0"/>
                </a:lnTo>
                <a:lnTo>
                  <a:pt x="5879786" y="1620736"/>
                </a:lnTo>
                <a:lnTo>
                  <a:pt x="5879786" y="3717032"/>
                </a:lnTo>
                <a:lnTo>
                  <a:pt x="5879786" y="6858001"/>
                </a:lnTo>
                <a:lnTo>
                  <a:pt x="0" y="6858001"/>
                </a:lnTo>
                <a:lnTo>
                  <a:pt x="0" y="3717032"/>
                </a:lnTo>
                <a:lnTo>
                  <a:pt x="0" y="225854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8" y="1989138"/>
            <a:ext cx="5040000" cy="3953996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A0110617-EBBF-6844-8C49-866445C5CF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5039999" cy="728838"/>
          </a:xfrm>
        </p:spPr>
        <p:txBody>
          <a:bodyPr wrap="non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652FDEA-9E6F-E248-A38D-8C3248EBF9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1366039"/>
            <a:ext cx="5039999" cy="274663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  <p:sp>
        <p:nvSpPr>
          <p:cNvPr id="13" name="Tijdelijke aanduiding voor dianummer 5">
            <a:extLst>
              <a:ext uri="{FF2B5EF4-FFF2-40B4-BE49-F238E27FC236}">
                <a16:creationId xmlns:a16="http://schemas.microsoft.com/office/drawing/2014/main" id="{11E96F88-698E-7245-8023-3764E88E3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36160" y="6171371"/>
            <a:ext cx="4655840" cy="684724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vert="horz" lIns="0" tIns="251999" rIns="396000" bIns="0" rtlCol="0" anchor="ctr" anchorCtr="0"/>
          <a:lstStyle>
            <a:lvl1pPr algn="r">
              <a:defRPr sz="1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3D6596AF-A969-DA46-8026-8BAF0D5A4B23}"/>
              </a:ext>
            </a:extLst>
          </p:cNvPr>
          <p:cNvSpPr/>
          <p:nvPr/>
        </p:nvSpPr>
        <p:spPr>
          <a:xfrm>
            <a:off x="8796213" y="441325"/>
            <a:ext cx="2558475" cy="812899"/>
          </a:xfrm>
          <a:custGeom>
            <a:avLst/>
            <a:gdLst>
              <a:gd name="connsiteX0" fmla="*/ 2405816 w 2558475"/>
              <a:gd name="connsiteY0" fmla="*/ 342650 h 812899"/>
              <a:gd name="connsiteX1" fmla="*/ 2281627 w 2558475"/>
              <a:gd name="connsiteY1" fmla="*/ 448742 h 812899"/>
              <a:gd name="connsiteX2" fmla="*/ 2371159 w 2558475"/>
              <a:gd name="connsiteY2" fmla="*/ 554835 h 812899"/>
              <a:gd name="connsiteX3" fmla="*/ 2495349 w 2558475"/>
              <a:gd name="connsiteY3" fmla="*/ 448742 h 812899"/>
              <a:gd name="connsiteX4" fmla="*/ 2405816 w 2558475"/>
              <a:gd name="connsiteY4" fmla="*/ 342650 h 812899"/>
              <a:gd name="connsiteX5" fmla="*/ 1780535 w 2558475"/>
              <a:gd name="connsiteY5" fmla="*/ 336915 h 812899"/>
              <a:gd name="connsiteX6" fmla="*/ 1679450 w 2558475"/>
              <a:gd name="connsiteY6" fmla="*/ 412900 h 812899"/>
              <a:gd name="connsiteX7" fmla="*/ 1854182 w 2558475"/>
              <a:gd name="connsiteY7" fmla="*/ 412900 h 812899"/>
              <a:gd name="connsiteX8" fmla="*/ 1780535 w 2558475"/>
              <a:gd name="connsiteY8" fmla="*/ 336915 h 812899"/>
              <a:gd name="connsiteX9" fmla="*/ 914094 w 2558475"/>
              <a:gd name="connsiteY9" fmla="*/ 295338 h 812899"/>
              <a:gd name="connsiteX10" fmla="*/ 974745 w 2558475"/>
              <a:gd name="connsiteY10" fmla="*/ 295338 h 812899"/>
              <a:gd name="connsiteX11" fmla="*/ 947308 w 2558475"/>
              <a:gd name="connsiteY11" fmla="*/ 464513 h 812899"/>
              <a:gd name="connsiteX12" fmla="*/ 1005070 w 2558475"/>
              <a:gd name="connsiteY12" fmla="*/ 556269 h 812899"/>
              <a:gd name="connsiteX13" fmla="*/ 1091714 w 2558475"/>
              <a:gd name="connsiteY13" fmla="*/ 464513 h 812899"/>
              <a:gd name="connsiteX14" fmla="*/ 1119152 w 2558475"/>
              <a:gd name="connsiteY14" fmla="*/ 295338 h 812899"/>
              <a:gd name="connsiteX15" fmla="*/ 1179803 w 2558475"/>
              <a:gd name="connsiteY15" fmla="*/ 295338 h 812899"/>
              <a:gd name="connsiteX16" fmla="*/ 1150921 w 2558475"/>
              <a:gd name="connsiteY16" fmla="*/ 470247 h 812899"/>
              <a:gd name="connsiteX17" fmla="*/ 994962 w 2558475"/>
              <a:gd name="connsiteY17" fmla="*/ 610749 h 812899"/>
              <a:gd name="connsiteX18" fmla="*/ 885213 w 2558475"/>
              <a:gd name="connsiteY18" fmla="*/ 470247 h 812899"/>
              <a:gd name="connsiteX19" fmla="*/ 2414481 w 2558475"/>
              <a:gd name="connsiteY19" fmla="*/ 286736 h 812899"/>
              <a:gd name="connsiteX20" fmla="*/ 2555999 w 2558475"/>
              <a:gd name="connsiteY20" fmla="*/ 448742 h 812899"/>
              <a:gd name="connsiteX21" fmla="*/ 2362494 w 2558475"/>
              <a:gd name="connsiteY21" fmla="*/ 610749 h 812899"/>
              <a:gd name="connsiteX22" fmla="*/ 2220976 w 2558475"/>
              <a:gd name="connsiteY22" fmla="*/ 448742 h 812899"/>
              <a:gd name="connsiteX23" fmla="*/ 2414481 w 2558475"/>
              <a:gd name="connsiteY23" fmla="*/ 286736 h 812899"/>
              <a:gd name="connsiteX24" fmla="*/ 1787755 w 2558475"/>
              <a:gd name="connsiteY24" fmla="*/ 286736 h 812899"/>
              <a:gd name="connsiteX25" fmla="*/ 1907613 w 2558475"/>
              <a:gd name="connsiteY25" fmla="*/ 448742 h 812899"/>
              <a:gd name="connsiteX26" fmla="*/ 1906169 w 2558475"/>
              <a:gd name="connsiteY26" fmla="*/ 457344 h 812899"/>
              <a:gd name="connsiteX27" fmla="*/ 1667898 w 2558475"/>
              <a:gd name="connsiteY27" fmla="*/ 457344 h 812899"/>
              <a:gd name="connsiteX28" fmla="*/ 1745877 w 2558475"/>
              <a:gd name="connsiteY28" fmla="*/ 559136 h 812899"/>
              <a:gd name="connsiteX29" fmla="*/ 1849850 w 2558475"/>
              <a:gd name="connsiteY29" fmla="*/ 500355 h 812899"/>
              <a:gd name="connsiteX30" fmla="*/ 1896060 w 2558475"/>
              <a:gd name="connsiteY30" fmla="*/ 529029 h 812899"/>
              <a:gd name="connsiteX31" fmla="*/ 1737213 w 2558475"/>
              <a:gd name="connsiteY31" fmla="*/ 612182 h 812899"/>
              <a:gd name="connsiteX32" fmla="*/ 1608691 w 2558475"/>
              <a:gd name="connsiteY32" fmla="*/ 451610 h 812899"/>
              <a:gd name="connsiteX33" fmla="*/ 1787755 w 2558475"/>
              <a:gd name="connsiteY33" fmla="*/ 286736 h 812899"/>
              <a:gd name="connsiteX34" fmla="*/ 2140108 w 2558475"/>
              <a:gd name="connsiteY34" fmla="*/ 285303 h 812899"/>
              <a:gd name="connsiteX35" fmla="*/ 2219531 w 2558475"/>
              <a:gd name="connsiteY35" fmla="*/ 305375 h 812899"/>
              <a:gd name="connsiteX36" fmla="*/ 2206535 w 2558475"/>
              <a:gd name="connsiteY36" fmla="*/ 381360 h 812899"/>
              <a:gd name="connsiteX37" fmla="*/ 2122779 w 2558475"/>
              <a:gd name="connsiteY37" fmla="*/ 339783 h 812899"/>
              <a:gd name="connsiteX38" fmla="*/ 2001477 w 2558475"/>
              <a:gd name="connsiteY38" fmla="*/ 447309 h 812899"/>
              <a:gd name="connsiteX39" fmla="*/ 2092453 w 2558475"/>
              <a:gd name="connsiteY39" fmla="*/ 556269 h 812899"/>
              <a:gd name="connsiteX40" fmla="*/ 2184874 w 2558475"/>
              <a:gd name="connsiteY40" fmla="*/ 516126 h 812899"/>
              <a:gd name="connsiteX41" fmla="*/ 2173321 w 2558475"/>
              <a:gd name="connsiteY41" fmla="*/ 590678 h 812899"/>
              <a:gd name="connsiteX42" fmla="*/ 2083789 w 2558475"/>
              <a:gd name="connsiteY42" fmla="*/ 610749 h 812899"/>
              <a:gd name="connsiteX43" fmla="*/ 1942270 w 2558475"/>
              <a:gd name="connsiteY43" fmla="*/ 450177 h 812899"/>
              <a:gd name="connsiteX44" fmla="*/ 2140108 w 2558475"/>
              <a:gd name="connsiteY44" fmla="*/ 285303 h 812899"/>
              <a:gd name="connsiteX45" fmla="*/ 1589918 w 2558475"/>
              <a:gd name="connsiteY45" fmla="*/ 285303 h 812899"/>
              <a:gd name="connsiteX46" fmla="*/ 1637573 w 2558475"/>
              <a:gd name="connsiteY46" fmla="*/ 299640 h 812899"/>
              <a:gd name="connsiteX47" fmla="*/ 1601471 w 2558475"/>
              <a:gd name="connsiteY47" fmla="*/ 352686 h 812899"/>
              <a:gd name="connsiteX48" fmla="*/ 1566813 w 2558475"/>
              <a:gd name="connsiteY48" fmla="*/ 339783 h 812899"/>
              <a:gd name="connsiteX49" fmla="*/ 1475837 w 2558475"/>
              <a:gd name="connsiteY49" fmla="*/ 448743 h 812899"/>
              <a:gd name="connsiteX50" fmla="*/ 1451288 w 2558475"/>
              <a:gd name="connsiteY50" fmla="*/ 599280 h 812899"/>
              <a:gd name="connsiteX51" fmla="*/ 1390637 w 2558475"/>
              <a:gd name="connsiteY51" fmla="*/ 599280 h 812899"/>
              <a:gd name="connsiteX52" fmla="*/ 1439735 w 2558475"/>
              <a:gd name="connsiteY52" fmla="*/ 293905 h 812899"/>
              <a:gd name="connsiteX53" fmla="*/ 1500386 w 2558475"/>
              <a:gd name="connsiteY53" fmla="*/ 293905 h 812899"/>
              <a:gd name="connsiteX54" fmla="*/ 1493166 w 2558475"/>
              <a:gd name="connsiteY54" fmla="*/ 344084 h 812899"/>
              <a:gd name="connsiteX55" fmla="*/ 1494610 w 2558475"/>
              <a:gd name="connsiteY55" fmla="*/ 344084 h 812899"/>
              <a:gd name="connsiteX56" fmla="*/ 1589918 w 2558475"/>
              <a:gd name="connsiteY56" fmla="*/ 285303 h 812899"/>
              <a:gd name="connsiteX57" fmla="*/ 749471 w 2558475"/>
              <a:gd name="connsiteY57" fmla="*/ 285303 h 812899"/>
              <a:gd name="connsiteX58" fmla="*/ 839003 w 2558475"/>
              <a:gd name="connsiteY58" fmla="*/ 417202 h 812899"/>
              <a:gd name="connsiteX59" fmla="*/ 810122 w 2558475"/>
              <a:gd name="connsiteY59" fmla="*/ 599280 h 812899"/>
              <a:gd name="connsiteX60" fmla="*/ 749471 w 2558475"/>
              <a:gd name="connsiteY60" fmla="*/ 599280 h 812899"/>
              <a:gd name="connsiteX61" fmla="*/ 778352 w 2558475"/>
              <a:gd name="connsiteY61" fmla="*/ 424370 h 812899"/>
              <a:gd name="connsiteX62" fmla="*/ 723478 w 2558475"/>
              <a:gd name="connsiteY62" fmla="*/ 336916 h 812899"/>
              <a:gd name="connsiteX63" fmla="*/ 625281 w 2558475"/>
              <a:gd name="connsiteY63" fmla="*/ 458779 h 812899"/>
              <a:gd name="connsiteX64" fmla="*/ 602176 w 2558475"/>
              <a:gd name="connsiteY64" fmla="*/ 599280 h 812899"/>
              <a:gd name="connsiteX65" fmla="*/ 541525 w 2558475"/>
              <a:gd name="connsiteY65" fmla="*/ 599280 h 812899"/>
              <a:gd name="connsiteX66" fmla="*/ 592067 w 2558475"/>
              <a:gd name="connsiteY66" fmla="*/ 295339 h 812899"/>
              <a:gd name="connsiteX67" fmla="*/ 652718 w 2558475"/>
              <a:gd name="connsiteY67" fmla="*/ 295339 h 812899"/>
              <a:gd name="connsiteX68" fmla="*/ 645498 w 2558475"/>
              <a:gd name="connsiteY68" fmla="*/ 335482 h 812899"/>
              <a:gd name="connsiteX69" fmla="*/ 749471 w 2558475"/>
              <a:gd name="connsiteY69" fmla="*/ 285303 h 812899"/>
              <a:gd name="connsiteX70" fmla="*/ 1285220 w 2558475"/>
              <a:gd name="connsiteY70" fmla="*/ 197848 h 812899"/>
              <a:gd name="connsiteX71" fmla="*/ 1345871 w 2558475"/>
              <a:gd name="connsiteY71" fmla="*/ 197848 h 812899"/>
              <a:gd name="connsiteX72" fmla="*/ 1329986 w 2558475"/>
              <a:gd name="connsiteY72" fmla="*/ 295339 h 812899"/>
              <a:gd name="connsiteX73" fmla="*/ 1397857 w 2558475"/>
              <a:gd name="connsiteY73" fmla="*/ 295339 h 812899"/>
              <a:gd name="connsiteX74" fmla="*/ 1389193 w 2558475"/>
              <a:gd name="connsiteY74" fmla="*/ 349819 h 812899"/>
              <a:gd name="connsiteX75" fmla="*/ 1321322 w 2558475"/>
              <a:gd name="connsiteY75" fmla="*/ 349819 h 812899"/>
              <a:gd name="connsiteX76" fmla="*/ 1280888 w 2558475"/>
              <a:gd name="connsiteY76" fmla="*/ 600713 h 812899"/>
              <a:gd name="connsiteX77" fmla="*/ 1220237 w 2558475"/>
              <a:gd name="connsiteY77" fmla="*/ 600713 h 812899"/>
              <a:gd name="connsiteX78" fmla="*/ 1260671 w 2558475"/>
              <a:gd name="connsiteY78" fmla="*/ 349819 h 812899"/>
              <a:gd name="connsiteX79" fmla="*/ 1227457 w 2558475"/>
              <a:gd name="connsiteY79" fmla="*/ 349819 h 812899"/>
              <a:gd name="connsiteX80" fmla="*/ 1237566 w 2558475"/>
              <a:gd name="connsiteY80" fmla="*/ 295339 h 812899"/>
              <a:gd name="connsiteX81" fmla="*/ 1269335 w 2558475"/>
              <a:gd name="connsiteY81" fmla="*/ 295339 h 812899"/>
              <a:gd name="connsiteX82" fmla="*/ 616617 w 2558475"/>
              <a:gd name="connsiteY82" fmla="*/ 0 h 812899"/>
              <a:gd name="connsiteX83" fmla="*/ 706149 w 2558475"/>
              <a:gd name="connsiteY83" fmla="*/ 40143 h 812899"/>
              <a:gd name="connsiteX84" fmla="*/ 685932 w 2558475"/>
              <a:gd name="connsiteY84" fmla="*/ 137634 h 812899"/>
              <a:gd name="connsiteX85" fmla="*/ 553078 w 2558475"/>
              <a:gd name="connsiteY85" fmla="*/ 20072 h 812899"/>
              <a:gd name="connsiteX86" fmla="*/ 484304 w 2558475"/>
              <a:gd name="connsiteY86" fmla="*/ 93727 h 812899"/>
              <a:gd name="connsiteX87" fmla="*/ 482842 w 2558475"/>
              <a:gd name="connsiteY87" fmla="*/ 96995 h 812899"/>
              <a:gd name="connsiteX88" fmla="*/ 510297 w 2558475"/>
              <a:gd name="connsiteY88" fmla="*/ 103225 h 812899"/>
              <a:gd name="connsiteX89" fmla="*/ 544414 w 2558475"/>
              <a:gd name="connsiteY89" fmla="*/ 129031 h 812899"/>
              <a:gd name="connsiteX90" fmla="*/ 524197 w 2558475"/>
              <a:gd name="connsiteY90" fmla="*/ 226522 h 812899"/>
              <a:gd name="connsiteX91" fmla="*/ 492473 w 2558475"/>
              <a:gd name="connsiteY91" fmla="*/ 170250 h 812899"/>
              <a:gd name="connsiteX92" fmla="*/ 465985 w 2558475"/>
              <a:gd name="connsiteY92" fmla="*/ 137114 h 812899"/>
              <a:gd name="connsiteX93" fmla="*/ 454588 w 2558475"/>
              <a:gd name="connsiteY93" fmla="*/ 171482 h 812899"/>
              <a:gd name="connsiteX94" fmla="*/ 427444 w 2558475"/>
              <a:gd name="connsiteY94" fmla="*/ 295339 h 812899"/>
              <a:gd name="connsiteX95" fmla="*/ 385566 w 2558475"/>
              <a:gd name="connsiteY95" fmla="*/ 541933 h 812899"/>
              <a:gd name="connsiteX96" fmla="*/ 112637 w 2558475"/>
              <a:gd name="connsiteY96" fmla="*/ 812899 h 812899"/>
              <a:gd name="connsiteX97" fmla="*/ 293145 w 2558475"/>
              <a:gd name="connsiteY97" fmla="*/ 493187 h 812899"/>
              <a:gd name="connsiteX98" fmla="*/ 330691 w 2558475"/>
              <a:gd name="connsiteY98" fmla="*/ 270966 h 812899"/>
              <a:gd name="connsiteX99" fmla="*/ 375976 w 2558475"/>
              <a:gd name="connsiteY99" fmla="*/ 152418 h 812899"/>
              <a:gd name="connsiteX100" fmla="*/ 408226 w 2558475"/>
              <a:gd name="connsiteY100" fmla="*/ 110306 h 812899"/>
              <a:gd name="connsiteX101" fmla="*/ 391342 w 2558475"/>
              <a:gd name="connsiteY101" fmla="*/ 108960 h 812899"/>
              <a:gd name="connsiteX102" fmla="*/ 265708 w 2558475"/>
              <a:gd name="connsiteY102" fmla="*/ 384227 h 812899"/>
              <a:gd name="connsiteX103" fmla="*/ 242603 w 2558475"/>
              <a:gd name="connsiteY103" fmla="*/ 518993 h 812899"/>
              <a:gd name="connsiteX104" fmla="*/ 0 w 2558475"/>
              <a:gd name="connsiteY104" fmla="*/ 812899 h 812899"/>
              <a:gd name="connsiteX105" fmla="*/ 147295 w 2558475"/>
              <a:gd name="connsiteY105" fmla="*/ 493187 h 812899"/>
              <a:gd name="connsiteX106" fmla="*/ 168956 w 2558475"/>
              <a:gd name="connsiteY106" fmla="*/ 359854 h 812899"/>
              <a:gd name="connsiteX107" fmla="*/ 417995 w 2558475"/>
              <a:gd name="connsiteY107" fmla="*/ 94083 h 812899"/>
              <a:gd name="connsiteX108" fmla="*/ 425071 w 2558475"/>
              <a:gd name="connsiteY108" fmla="*/ 93332 h 812899"/>
              <a:gd name="connsiteX109" fmla="*/ 452535 w 2558475"/>
              <a:gd name="connsiteY109" fmla="*/ 67741 h 812899"/>
              <a:gd name="connsiteX110" fmla="*/ 616617 w 2558475"/>
              <a:gd name="connsiteY110" fmla="*/ 0 h 812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2558475" h="812899">
                <a:moveTo>
                  <a:pt x="2405816" y="342650"/>
                </a:moveTo>
                <a:cubicBezTo>
                  <a:pt x="2346610" y="341216"/>
                  <a:pt x="2291735" y="389961"/>
                  <a:pt x="2281627" y="448742"/>
                </a:cubicBezTo>
                <a:cubicBezTo>
                  <a:pt x="2272962" y="506090"/>
                  <a:pt x="2311952" y="554835"/>
                  <a:pt x="2371159" y="554835"/>
                </a:cubicBezTo>
                <a:cubicBezTo>
                  <a:pt x="2430366" y="554835"/>
                  <a:pt x="2486684" y="506090"/>
                  <a:pt x="2495349" y="448742"/>
                </a:cubicBezTo>
                <a:cubicBezTo>
                  <a:pt x="2505457" y="389961"/>
                  <a:pt x="2465023" y="342650"/>
                  <a:pt x="2405816" y="342650"/>
                </a:cubicBezTo>
                <a:close/>
                <a:moveTo>
                  <a:pt x="1780535" y="336915"/>
                </a:moveTo>
                <a:cubicBezTo>
                  <a:pt x="1734325" y="336915"/>
                  <a:pt x="1693891" y="369890"/>
                  <a:pt x="1679450" y="412900"/>
                </a:cubicBezTo>
                <a:lnTo>
                  <a:pt x="1854182" y="412900"/>
                </a:lnTo>
                <a:cubicBezTo>
                  <a:pt x="1854182" y="367022"/>
                  <a:pt x="1828189" y="336915"/>
                  <a:pt x="1780535" y="336915"/>
                </a:cubicBezTo>
                <a:close/>
                <a:moveTo>
                  <a:pt x="914094" y="295338"/>
                </a:moveTo>
                <a:lnTo>
                  <a:pt x="974745" y="295338"/>
                </a:lnTo>
                <a:lnTo>
                  <a:pt x="947308" y="464513"/>
                </a:lnTo>
                <a:cubicBezTo>
                  <a:pt x="938643" y="513258"/>
                  <a:pt x="944420" y="556269"/>
                  <a:pt x="1005070" y="556269"/>
                </a:cubicBezTo>
                <a:cubicBezTo>
                  <a:pt x="1064277" y="556269"/>
                  <a:pt x="1084494" y="513258"/>
                  <a:pt x="1091714" y="464513"/>
                </a:cubicBezTo>
                <a:lnTo>
                  <a:pt x="1119152" y="295338"/>
                </a:lnTo>
                <a:lnTo>
                  <a:pt x="1179803" y="295338"/>
                </a:lnTo>
                <a:lnTo>
                  <a:pt x="1150921" y="470247"/>
                </a:lnTo>
                <a:cubicBezTo>
                  <a:pt x="1137925" y="553401"/>
                  <a:pt x="1087382" y="610749"/>
                  <a:pt x="994962" y="610749"/>
                </a:cubicBezTo>
                <a:cubicBezTo>
                  <a:pt x="902542" y="610749"/>
                  <a:pt x="872216" y="553401"/>
                  <a:pt x="885213" y="470247"/>
                </a:cubicBezTo>
                <a:close/>
                <a:moveTo>
                  <a:pt x="2414481" y="286736"/>
                </a:moveTo>
                <a:cubicBezTo>
                  <a:pt x="2509789" y="285302"/>
                  <a:pt x="2571884" y="356987"/>
                  <a:pt x="2555999" y="448742"/>
                </a:cubicBezTo>
                <a:cubicBezTo>
                  <a:pt x="2541559" y="540498"/>
                  <a:pt x="2456359" y="610749"/>
                  <a:pt x="2362494" y="610749"/>
                </a:cubicBezTo>
                <a:cubicBezTo>
                  <a:pt x="2268630" y="610749"/>
                  <a:pt x="2206535" y="540498"/>
                  <a:pt x="2220976" y="448742"/>
                </a:cubicBezTo>
                <a:cubicBezTo>
                  <a:pt x="2235416" y="356987"/>
                  <a:pt x="2320616" y="286736"/>
                  <a:pt x="2414481" y="286736"/>
                </a:cubicBezTo>
                <a:close/>
                <a:moveTo>
                  <a:pt x="1787755" y="286736"/>
                </a:moveTo>
                <a:cubicBezTo>
                  <a:pt x="1887396" y="286736"/>
                  <a:pt x="1922054" y="358420"/>
                  <a:pt x="1907613" y="448742"/>
                </a:cubicBezTo>
                <a:lnTo>
                  <a:pt x="1906169" y="457344"/>
                </a:lnTo>
                <a:lnTo>
                  <a:pt x="1667898" y="457344"/>
                </a:lnTo>
                <a:cubicBezTo>
                  <a:pt x="1660677" y="508957"/>
                  <a:pt x="1688115" y="559136"/>
                  <a:pt x="1745877" y="559136"/>
                </a:cubicBezTo>
                <a:cubicBezTo>
                  <a:pt x="1792087" y="559136"/>
                  <a:pt x="1820969" y="536197"/>
                  <a:pt x="1849850" y="500355"/>
                </a:cubicBezTo>
                <a:lnTo>
                  <a:pt x="1896060" y="529029"/>
                </a:lnTo>
                <a:cubicBezTo>
                  <a:pt x="1858515" y="582075"/>
                  <a:pt x="1797864" y="612182"/>
                  <a:pt x="1737213" y="612182"/>
                </a:cubicBezTo>
                <a:cubicBezTo>
                  <a:pt x="1641904" y="612182"/>
                  <a:pt x="1594250" y="541932"/>
                  <a:pt x="1608691" y="451610"/>
                </a:cubicBezTo>
                <a:cubicBezTo>
                  <a:pt x="1624576" y="358420"/>
                  <a:pt x="1686671" y="286736"/>
                  <a:pt x="1787755" y="286736"/>
                </a:cubicBezTo>
                <a:close/>
                <a:moveTo>
                  <a:pt x="2140108" y="285303"/>
                </a:moveTo>
                <a:cubicBezTo>
                  <a:pt x="2167545" y="285303"/>
                  <a:pt x="2197870" y="292471"/>
                  <a:pt x="2219531" y="305375"/>
                </a:cubicBezTo>
                <a:lnTo>
                  <a:pt x="2206535" y="381360"/>
                </a:lnTo>
                <a:cubicBezTo>
                  <a:pt x="2186318" y="354120"/>
                  <a:pt x="2160325" y="339783"/>
                  <a:pt x="2122779" y="339783"/>
                </a:cubicBezTo>
                <a:cubicBezTo>
                  <a:pt x="2063572" y="339783"/>
                  <a:pt x="2010142" y="389962"/>
                  <a:pt x="2001477" y="447309"/>
                </a:cubicBezTo>
                <a:cubicBezTo>
                  <a:pt x="1991369" y="510391"/>
                  <a:pt x="2028915" y="556269"/>
                  <a:pt x="2092453" y="556269"/>
                </a:cubicBezTo>
                <a:cubicBezTo>
                  <a:pt x="2127111" y="556269"/>
                  <a:pt x="2157436" y="540499"/>
                  <a:pt x="2184874" y="516126"/>
                </a:cubicBezTo>
                <a:lnTo>
                  <a:pt x="2173321" y="590678"/>
                </a:lnTo>
                <a:cubicBezTo>
                  <a:pt x="2142996" y="605015"/>
                  <a:pt x="2115559" y="610749"/>
                  <a:pt x="2083789" y="610749"/>
                </a:cubicBezTo>
                <a:cubicBezTo>
                  <a:pt x="1991369" y="610749"/>
                  <a:pt x="1926386" y="541932"/>
                  <a:pt x="1942270" y="450177"/>
                </a:cubicBezTo>
                <a:cubicBezTo>
                  <a:pt x="1958155" y="355554"/>
                  <a:pt x="2043355" y="285303"/>
                  <a:pt x="2140108" y="285303"/>
                </a:cubicBezTo>
                <a:close/>
                <a:moveTo>
                  <a:pt x="1589918" y="285303"/>
                </a:moveTo>
                <a:cubicBezTo>
                  <a:pt x="1607247" y="285303"/>
                  <a:pt x="1623132" y="291038"/>
                  <a:pt x="1637573" y="299640"/>
                </a:cubicBezTo>
                <a:lnTo>
                  <a:pt x="1601471" y="352686"/>
                </a:lnTo>
                <a:cubicBezTo>
                  <a:pt x="1592806" y="344084"/>
                  <a:pt x="1581254" y="339783"/>
                  <a:pt x="1566813" y="339783"/>
                </a:cubicBezTo>
                <a:cubicBezTo>
                  <a:pt x="1501830" y="339783"/>
                  <a:pt x="1484501" y="398564"/>
                  <a:pt x="1475837" y="448743"/>
                </a:cubicBezTo>
                <a:lnTo>
                  <a:pt x="1451288" y="599280"/>
                </a:lnTo>
                <a:lnTo>
                  <a:pt x="1390637" y="599280"/>
                </a:lnTo>
                <a:lnTo>
                  <a:pt x="1439735" y="293905"/>
                </a:lnTo>
                <a:lnTo>
                  <a:pt x="1500386" y="293905"/>
                </a:lnTo>
                <a:lnTo>
                  <a:pt x="1493166" y="344084"/>
                </a:lnTo>
                <a:lnTo>
                  <a:pt x="1494610" y="344084"/>
                </a:lnTo>
                <a:cubicBezTo>
                  <a:pt x="1514827" y="308242"/>
                  <a:pt x="1549484" y="285303"/>
                  <a:pt x="1589918" y="285303"/>
                </a:cubicBezTo>
                <a:close/>
                <a:moveTo>
                  <a:pt x="749471" y="285303"/>
                </a:moveTo>
                <a:cubicBezTo>
                  <a:pt x="837559" y="285303"/>
                  <a:pt x="850556" y="342650"/>
                  <a:pt x="839003" y="417202"/>
                </a:cubicBezTo>
                <a:lnTo>
                  <a:pt x="810122" y="599280"/>
                </a:lnTo>
                <a:lnTo>
                  <a:pt x="749471" y="599280"/>
                </a:lnTo>
                <a:lnTo>
                  <a:pt x="778352" y="424370"/>
                </a:lnTo>
                <a:cubicBezTo>
                  <a:pt x="787017" y="372758"/>
                  <a:pt x="785572" y="336916"/>
                  <a:pt x="723478" y="336916"/>
                </a:cubicBezTo>
                <a:cubicBezTo>
                  <a:pt x="645498" y="336916"/>
                  <a:pt x="635389" y="402865"/>
                  <a:pt x="625281" y="458779"/>
                </a:cubicBezTo>
                <a:lnTo>
                  <a:pt x="602176" y="599280"/>
                </a:lnTo>
                <a:lnTo>
                  <a:pt x="541525" y="599280"/>
                </a:lnTo>
                <a:lnTo>
                  <a:pt x="592067" y="295339"/>
                </a:lnTo>
                <a:lnTo>
                  <a:pt x="652718" y="295339"/>
                </a:lnTo>
                <a:lnTo>
                  <a:pt x="645498" y="335482"/>
                </a:lnTo>
                <a:cubicBezTo>
                  <a:pt x="671491" y="302507"/>
                  <a:pt x="711925" y="285303"/>
                  <a:pt x="749471" y="285303"/>
                </a:cubicBezTo>
                <a:close/>
                <a:moveTo>
                  <a:pt x="1285220" y="197848"/>
                </a:moveTo>
                <a:lnTo>
                  <a:pt x="1345871" y="197848"/>
                </a:lnTo>
                <a:lnTo>
                  <a:pt x="1329986" y="295339"/>
                </a:lnTo>
                <a:lnTo>
                  <a:pt x="1397857" y="295339"/>
                </a:lnTo>
                <a:lnTo>
                  <a:pt x="1389193" y="349819"/>
                </a:lnTo>
                <a:lnTo>
                  <a:pt x="1321322" y="349819"/>
                </a:lnTo>
                <a:lnTo>
                  <a:pt x="1280888" y="600713"/>
                </a:lnTo>
                <a:lnTo>
                  <a:pt x="1220237" y="600713"/>
                </a:lnTo>
                <a:lnTo>
                  <a:pt x="1260671" y="349819"/>
                </a:lnTo>
                <a:lnTo>
                  <a:pt x="1227457" y="349819"/>
                </a:lnTo>
                <a:lnTo>
                  <a:pt x="1237566" y="295339"/>
                </a:lnTo>
                <a:lnTo>
                  <a:pt x="1269335" y="295339"/>
                </a:lnTo>
                <a:close/>
                <a:moveTo>
                  <a:pt x="616617" y="0"/>
                </a:moveTo>
                <a:cubicBezTo>
                  <a:pt x="661383" y="0"/>
                  <a:pt x="691708" y="21505"/>
                  <a:pt x="706149" y="40143"/>
                </a:cubicBezTo>
                <a:lnTo>
                  <a:pt x="685932" y="137634"/>
                </a:lnTo>
                <a:cubicBezTo>
                  <a:pt x="641166" y="50179"/>
                  <a:pt x="609396" y="12903"/>
                  <a:pt x="553078" y="20072"/>
                </a:cubicBezTo>
                <a:cubicBezTo>
                  <a:pt x="527806" y="35842"/>
                  <a:pt x="505062" y="54122"/>
                  <a:pt x="484304" y="93727"/>
                </a:cubicBezTo>
                <a:lnTo>
                  <a:pt x="482842" y="96995"/>
                </a:lnTo>
                <a:lnTo>
                  <a:pt x="510297" y="103225"/>
                </a:lnTo>
                <a:cubicBezTo>
                  <a:pt x="525280" y="110752"/>
                  <a:pt x="536472" y="120429"/>
                  <a:pt x="544414" y="129031"/>
                </a:cubicBezTo>
                <a:lnTo>
                  <a:pt x="524197" y="226522"/>
                </a:lnTo>
                <a:cubicBezTo>
                  <a:pt x="513005" y="204658"/>
                  <a:pt x="502626" y="185931"/>
                  <a:pt x="492473" y="170250"/>
                </a:cubicBezTo>
                <a:lnTo>
                  <a:pt x="465985" y="137114"/>
                </a:lnTo>
                <a:lnTo>
                  <a:pt x="454588" y="171482"/>
                </a:lnTo>
                <a:cubicBezTo>
                  <a:pt x="445134" y="204300"/>
                  <a:pt x="436108" y="244802"/>
                  <a:pt x="427444" y="295339"/>
                </a:cubicBezTo>
                <a:lnTo>
                  <a:pt x="385566" y="541933"/>
                </a:lnTo>
                <a:cubicBezTo>
                  <a:pt x="352352" y="739781"/>
                  <a:pt x="170400" y="808598"/>
                  <a:pt x="112637" y="812899"/>
                </a:cubicBezTo>
                <a:cubicBezTo>
                  <a:pt x="205057" y="759853"/>
                  <a:pt x="264264" y="665230"/>
                  <a:pt x="293145" y="493187"/>
                </a:cubicBezTo>
                <a:lnTo>
                  <a:pt x="330691" y="270966"/>
                </a:lnTo>
                <a:cubicBezTo>
                  <a:pt x="338273" y="225805"/>
                  <a:pt x="354518" y="186289"/>
                  <a:pt x="375976" y="152418"/>
                </a:cubicBezTo>
                <a:lnTo>
                  <a:pt x="408226" y="110306"/>
                </a:lnTo>
                <a:lnTo>
                  <a:pt x="391342" y="108960"/>
                </a:lnTo>
                <a:cubicBezTo>
                  <a:pt x="340800" y="140501"/>
                  <a:pt x="300366" y="182078"/>
                  <a:pt x="265708" y="384227"/>
                </a:cubicBezTo>
                <a:lnTo>
                  <a:pt x="242603" y="518993"/>
                </a:lnTo>
                <a:cubicBezTo>
                  <a:pt x="206502" y="738347"/>
                  <a:pt x="66427" y="801429"/>
                  <a:pt x="0" y="812899"/>
                </a:cubicBezTo>
                <a:cubicBezTo>
                  <a:pt x="92420" y="759852"/>
                  <a:pt x="111193" y="709673"/>
                  <a:pt x="147295" y="493187"/>
                </a:cubicBezTo>
                <a:lnTo>
                  <a:pt x="168956" y="359854"/>
                </a:lnTo>
                <a:cubicBezTo>
                  <a:pt x="195490" y="201791"/>
                  <a:pt x="328164" y="112880"/>
                  <a:pt x="417995" y="94083"/>
                </a:cubicBezTo>
                <a:lnTo>
                  <a:pt x="425071" y="93332"/>
                </a:lnTo>
                <a:lnTo>
                  <a:pt x="452535" y="67741"/>
                </a:lnTo>
                <a:cubicBezTo>
                  <a:pt x="509395" y="22580"/>
                  <a:pt x="573295" y="0"/>
                  <a:pt x="616617" y="0"/>
                </a:cubicBezTo>
                <a:close/>
              </a:path>
            </a:pathLst>
          </a:custGeom>
          <a:solidFill>
            <a:srgbClr val="FFFFFF"/>
          </a:solidFill>
          <a:ln w="14422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718213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slide - half slide imag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71B8DC5-37D7-5E4A-8201-A80B8B1CBCA4}"/>
              </a:ext>
            </a:extLst>
          </p:cNvPr>
          <p:cNvSpPr/>
          <p:nvPr userDrawn="1"/>
        </p:nvSpPr>
        <p:spPr>
          <a:xfrm>
            <a:off x="8544272" y="404813"/>
            <a:ext cx="3227834" cy="944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FA6DACE-3D48-6746-9178-FD7097D20C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2214" y="0"/>
            <a:ext cx="5879786" cy="6858001"/>
          </a:xfrm>
          <a:custGeom>
            <a:avLst/>
            <a:gdLst>
              <a:gd name="connsiteX0" fmla="*/ 4889815 w 5879786"/>
              <a:gd name="connsiteY0" fmla="*/ 783975 h 6858001"/>
              <a:gd name="connsiteX1" fmla="*/ 4979348 w 5879786"/>
              <a:gd name="connsiteY1" fmla="*/ 890067 h 6858001"/>
              <a:gd name="connsiteX2" fmla="*/ 4855158 w 5879786"/>
              <a:gd name="connsiteY2" fmla="*/ 996160 h 6858001"/>
              <a:gd name="connsiteX3" fmla="*/ 4765626 w 5879786"/>
              <a:gd name="connsiteY3" fmla="*/ 890067 h 6858001"/>
              <a:gd name="connsiteX4" fmla="*/ 4889815 w 5879786"/>
              <a:gd name="connsiteY4" fmla="*/ 783975 h 6858001"/>
              <a:gd name="connsiteX5" fmla="*/ 4264534 w 5879786"/>
              <a:gd name="connsiteY5" fmla="*/ 778240 h 6858001"/>
              <a:gd name="connsiteX6" fmla="*/ 4338181 w 5879786"/>
              <a:gd name="connsiteY6" fmla="*/ 854225 h 6858001"/>
              <a:gd name="connsiteX7" fmla="*/ 4163449 w 5879786"/>
              <a:gd name="connsiteY7" fmla="*/ 854225 h 6858001"/>
              <a:gd name="connsiteX8" fmla="*/ 4264534 w 5879786"/>
              <a:gd name="connsiteY8" fmla="*/ 778240 h 6858001"/>
              <a:gd name="connsiteX9" fmla="*/ 3398093 w 5879786"/>
              <a:gd name="connsiteY9" fmla="*/ 736663 h 6858001"/>
              <a:gd name="connsiteX10" fmla="*/ 3369212 w 5879786"/>
              <a:gd name="connsiteY10" fmla="*/ 911572 h 6858001"/>
              <a:gd name="connsiteX11" fmla="*/ 3478961 w 5879786"/>
              <a:gd name="connsiteY11" fmla="*/ 1052074 h 6858001"/>
              <a:gd name="connsiteX12" fmla="*/ 3634920 w 5879786"/>
              <a:gd name="connsiteY12" fmla="*/ 911572 h 6858001"/>
              <a:gd name="connsiteX13" fmla="*/ 3663802 w 5879786"/>
              <a:gd name="connsiteY13" fmla="*/ 736663 h 6858001"/>
              <a:gd name="connsiteX14" fmla="*/ 3603151 w 5879786"/>
              <a:gd name="connsiteY14" fmla="*/ 736663 h 6858001"/>
              <a:gd name="connsiteX15" fmla="*/ 3575713 w 5879786"/>
              <a:gd name="connsiteY15" fmla="*/ 905838 h 6858001"/>
              <a:gd name="connsiteX16" fmla="*/ 3489069 w 5879786"/>
              <a:gd name="connsiteY16" fmla="*/ 997594 h 6858001"/>
              <a:gd name="connsiteX17" fmla="*/ 3431307 w 5879786"/>
              <a:gd name="connsiteY17" fmla="*/ 905838 h 6858001"/>
              <a:gd name="connsiteX18" fmla="*/ 3458744 w 5879786"/>
              <a:gd name="connsiteY18" fmla="*/ 736663 h 6858001"/>
              <a:gd name="connsiteX19" fmla="*/ 4898480 w 5879786"/>
              <a:gd name="connsiteY19" fmla="*/ 728061 h 6858001"/>
              <a:gd name="connsiteX20" fmla="*/ 4704975 w 5879786"/>
              <a:gd name="connsiteY20" fmla="*/ 890067 h 6858001"/>
              <a:gd name="connsiteX21" fmla="*/ 4846493 w 5879786"/>
              <a:gd name="connsiteY21" fmla="*/ 1052074 h 6858001"/>
              <a:gd name="connsiteX22" fmla="*/ 5039998 w 5879786"/>
              <a:gd name="connsiteY22" fmla="*/ 890067 h 6858001"/>
              <a:gd name="connsiteX23" fmla="*/ 4898480 w 5879786"/>
              <a:gd name="connsiteY23" fmla="*/ 728061 h 6858001"/>
              <a:gd name="connsiteX24" fmla="*/ 4271754 w 5879786"/>
              <a:gd name="connsiteY24" fmla="*/ 728061 h 6858001"/>
              <a:gd name="connsiteX25" fmla="*/ 4092690 w 5879786"/>
              <a:gd name="connsiteY25" fmla="*/ 892935 h 6858001"/>
              <a:gd name="connsiteX26" fmla="*/ 4221212 w 5879786"/>
              <a:gd name="connsiteY26" fmla="*/ 1053507 h 6858001"/>
              <a:gd name="connsiteX27" fmla="*/ 4380059 w 5879786"/>
              <a:gd name="connsiteY27" fmla="*/ 970354 h 6858001"/>
              <a:gd name="connsiteX28" fmla="*/ 4333849 w 5879786"/>
              <a:gd name="connsiteY28" fmla="*/ 941680 h 6858001"/>
              <a:gd name="connsiteX29" fmla="*/ 4229876 w 5879786"/>
              <a:gd name="connsiteY29" fmla="*/ 1000461 h 6858001"/>
              <a:gd name="connsiteX30" fmla="*/ 4151897 w 5879786"/>
              <a:gd name="connsiteY30" fmla="*/ 898669 h 6858001"/>
              <a:gd name="connsiteX31" fmla="*/ 4390168 w 5879786"/>
              <a:gd name="connsiteY31" fmla="*/ 898669 h 6858001"/>
              <a:gd name="connsiteX32" fmla="*/ 4391612 w 5879786"/>
              <a:gd name="connsiteY32" fmla="*/ 890067 h 6858001"/>
              <a:gd name="connsiteX33" fmla="*/ 4271754 w 5879786"/>
              <a:gd name="connsiteY33" fmla="*/ 728061 h 6858001"/>
              <a:gd name="connsiteX34" fmla="*/ 4624107 w 5879786"/>
              <a:gd name="connsiteY34" fmla="*/ 726628 h 6858001"/>
              <a:gd name="connsiteX35" fmla="*/ 4426269 w 5879786"/>
              <a:gd name="connsiteY35" fmla="*/ 891502 h 6858001"/>
              <a:gd name="connsiteX36" fmla="*/ 4567788 w 5879786"/>
              <a:gd name="connsiteY36" fmla="*/ 1052074 h 6858001"/>
              <a:gd name="connsiteX37" fmla="*/ 4657320 w 5879786"/>
              <a:gd name="connsiteY37" fmla="*/ 1032003 h 6858001"/>
              <a:gd name="connsiteX38" fmla="*/ 4668873 w 5879786"/>
              <a:gd name="connsiteY38" fmla="*/ 957451 h 6858001"/>
              <a:gd name="connsiteX39" fmla="*/ 4576452 w 5879786"/>
              <a:gd name="connsiteY39" fmla="*/ 997594 h 6858001"/>
              <a:gd name="connsiteX40" fmla="*/ 4485476 w 5879786"/>
              <a:gd name="connsiteY40" fmla="*/ 888634 h 6858001"/>
              <a:gd name="connsiteX41" fmla="*/ 4606778 w 5879786"/>
              <a:gd name="connsiteY41" fmla="*/ 781108 h 6858001"/>
              <a:gd name="connsiteX42" fmla="*/ 4690534 w 5879786"/>
              <a:gd name="connsiteY42" fmla="*/ 822685 h 6858001"/>
              <a:gd name="connsiteX43" fmla="*/ 4703530 w 5879786"/>
              <a:gd name="connsiteY43" fmla="*/ 746700 h 6858001"/>
              <a:gd name="connsiteX44" fmla="*/ 4624107 w 5879786"/>
              <a:gd name="connsiteY44" fmla="*/ 726628 h 6858001"/>
              <a:gd name="connsiteX45" fmla="*/ 4073917 w 5879786"/>
              <a:gd name="connsiteY45" fmla="*/ 726628 h 6858001"/>
              <a:gd name="connsiteX46" fmla="*/ 3978609 w 5879786"/>
              <a:gd name="connsiteY46" fmla="*/ 785409 h 6858001"/>
              <a:gd name="connsiteX47" fmla="*/ 3977165 w 5879786"/>
              <a:gd name="connsiteY47" fmla="*/ 785409 h 6858001"/>
              <a:gd name="connsiteX48" fmla="*/ 3984385 w 5879786"/>
              <a:gd name="connsiteY48" fmla="*/ 735230 h 6858001"/>
              <a:gd name="connsiteX49" fmla="*/ 3923734 w 5879786"/>
              <a:gd name="connsiteY49" fmla="*/ 735230 h 6858001"/>
              <a:gd name="connsiteX50" fmla="*/ 3874636 w 5879786"/>
              <a:gd name="connsiteY50" fmla="*/ 1040605 h 6858001"/>
              <a:gd name="connsiteX51" fmla="*/ 3935287 w 5879786"/>
              <a:gd name="connsiteY51" fmla="*/ 1040605 h 6858001"/>
              <a:gd name="connsiteX52" fmla="*/ 3959836 w 5879786"/>
              <a:gd name="connsiteY52" fmla="*/ 890068 h 6858001"/>
              <a:gd name="connsiteX53" fmla="*/ 4050812 w 5879786"/>
              <a:gd name="connsiteY53" fmla="*/ 781108 h 6858001"/>
              <a:gd name="connsiteX54" fmla="*/ 4085470 w 5879786"/>
              <a:gd name="connsiteY54" fmla="*/ 794011 h 6858001"/>
              <a:gd name="connsiteX55" fmla="*/ 4121572 w 5879786"/>
              <a:gd name="connsiteY55" fmla="*/ 740965 h 6858001"/>
              <a:gd name="connsiteX56" fmla="*/ 4073917 w 5879786"/>
              <a:gd name="connsiteY56" fmla="*/ 726628 h 6858001"/>
              <a:gd name="connsiteX57" fmla="*/ 3233470 w 5879786"/>
              <a:gd name="connsiteY57" fmla="*/ 726628 h 6858001"/>
              <a:gd name="connsiteX58" fmla="*/ 3129497 w 5879786"/>
              <a:gd name="connsiteY58" fmla="*/ 776807 h 6858001"/>
              <a:gd name="connsiteX59" fmla="*/ 3136717 w 5879786"/>
              <a:gd name="connsiteY59" fmla="*/ 736664 h 6858001"/>
              <a:gd name="connsiteX60" fmla="*/ 3076066 w 5879786"/>
              <a:gd name="connsiteY60" fmla="*/ 736664 h 6858001"/>
              <a:gd name="connsiteX61" fmla="*/ 3025524 w 5879786"/>
              <a:gd name="connsiteY61" fmla="*/ 1040605 h 6858001"/>
              <a:gd name="connsiteX62" fmla="*/ 3086175 w 5879786"/>
              <a:gd name="connsiteY62" fmla="*/ 1040605 h 6858001"/>
              <a:gd name="connsiteX63" fmla="*/ 3109280 w 5879786"/>
              <a:gd name="connsiteY63" fmla="*/ 900104 h 6858001"/>
              <a:gd name="connsiteX64" fmla="*/ 3207477 w 5879786"/>
              <a:gd name="connsiteY64" fmla="*/ 778241 h 6858001"/>
              <a:gd name="connsiteX65" fmla="*/ 3262351 w 5879786"/>
              <a:gd name="connsiteY65" fmla="*/ 865695 h 6858001"/>
              <a:gd name="connsiteX66" fmla="*/ 3233470 w 5879786"/>
              <a:gd name="connsiteY66" fmla="*/ 1040605 h 6858001"/>
              <a:gd name="connsiteX67" fmla="*/ 3294121 w 5879786"/>
              <a:gd name="connsiteY67" fmla="*/ 1040605 h 6858001"/>
              <a:gd name="connsiteX68" fmla="*/ 3323002 w 5879786"/>
              <a:gd name="connsiteY68" fmla="*/ 858527 h 6858001"/>
              <a:gd name="connsiteX69" fmla="*/ 3233470 w 5879786"/>
              <a:gd name="connsiteY69" fmla="*/ 726628 h 6858001"/>
              <a:gd name="connsiteX70" fmla="*/ 3769219 w 5879786"/>
              <a:gd name="connsiteY70" fmla="*/ 639173 h 6858001"/>
              <a:gd name="connsiteX71" fmla="*/ 3753334 w 5879786"/>
              <a:gd name="connsiteY71" fmla="*/ 736664 h 6858001"/>
              <a:gd name="connsiteX72" fmla="*/ 3721565 w 5879786"/>
              <a:gd name="connsiteY72" fmla="*/ 736664 h 6858001"/>
              <a:gd name="connsiteX73" fmla="*/ 3711456 w 5879786"/>
              <a:gd name="connsiteY73" fmla="*/ 791144 h 6858001"/>
              <a:gd name="connsiteX74" fmla="*/ 3744670 w 5879786"/>
              <a:gd name="connsiteY74" fmla="*/ 791144 h 6858001"/>
              <a:gd name="connsiteX75" fmla="*/ 3704236 w 5879786"/>
              <a:gd name="connsiteY75" fmla="*/ 1042038 h 6858001"/>
              <a:gd name="connsiteX76" fmla="*/ 3764887 w 5879786"/>
              <a:gd name="connsiteY76" fmla="*/ 1042038 h 6858001"/>
              <a:gd name="connsiteX77" fmla="*/ 3805321 w 5879786"/>
              <a:gd name="connsiteY77" fmla="*/ 791144 h 6858001"/>
              <a:gd name="connsiteX78" fmla="*/ 3873192 w 5879786"/>
              <a:gd name="connsiteY78" fmla="*/ 791144 h 6858001"/>
              <a:gd name="connsiteX79" fmla="*/ 3881856 w 5879786"/>
              <a:gd name="connsiteY79" fmla="*/ 736664 h 6858001"/>
              <a:gd name="connsiteX80" fmla="*/ 3813985 w 5879786"/>
              <a:gd name="connsiteY80" fmla="*/ 736664 h 6858001"/>
              <a:gd name="connsiteX81" fmla="*/ 3829870 w 5879786"/>
              <a:gd name="connsiteY81" fmla="*/ 639173 h 6858001"/>
              <a:gd name="connsiteX82" fmla="*/ 3100616 w 5879786"/>
              <a:gd name="connsiteY82" fmla="*/ 441325 h 6858001"/>
              <a:gd name="connsiteX83" fmla="*/ 2936534 w 5879786"/>
              <a:gd name="connsiteY83" fmla="*/ 509066 h 6858001"/>
              <a:gd name="connsiteX84" fmla="*/ 2909070 w 5879786"/>
              <a:gd name="connsiteY84" fmla="*/ 534657 h 6858001"/>
              <a:gd name="connsiteX85" fmla="*/ 2901994 w 5879786"/>
              <a:gd name="connsiteY85" fmla="*/ 535408 h 6858001"/>
              <a:gd name="connsiteX86" fmla="*/ 2652955 w 5879786"/>
              <a:gd name="connsiteY86" fmla="*/ 801179 h 6858001"/>
              <a:gd name="connsiteX87" fmla="*/ 2631294 w 5879786"/>
              <a:gd name="connsiteY87" fmla="*/ 934512 h 6858001"/>
              <a:gd name="connsiteX88" fmla="*/ 2483999 w 5879786"/>
              <a:gd name="connsiteY88" fmla="*/ 1254224 h 6858001"/>
              <a:gd name="connsiteX89" fmla="*/ 2726602 w 5879786"/>
              <a:gd name="connsiteY89" fmla="*/ 960318 h 6858001"/>
              <a:gd name="connsiteX90" fmla="*/ 2749707 w 5879786"/>
              <a:gd name="connsiteY90" fmla="*/ 825552 h 6858001"/>
              <a:gd name="connsiteX91" fmla="*/ 2875341 w 5879786"/>
              <a:gd name="connsiteY91" fmla="*/ 550285 h 6858001"/>
              <a:gd name="connsiteX92" fmla="*/ 2892225 w 5879786"/>
              <a:gd name="connsiteY92" fmla="*/ 551631 h 6858001"/>
              <a:gd name="connsiteX93" fmla="*/ 2859975 w 5879786"/>
              <a:gd name="connsiteY93" fmla="*/ 593743 h 6858001"/>
              <a:gd name="connsiteX94" fmla="*/ 2814690 w 5879786"/>
              <a:gd name="connsiteY94" fmla="*/ 712291 h 6858001"/>
              <a:gd name="connsiteX95" fmla="*/ 2777144 w 5879786"/>
              <a:gd name="connsiteY95" fmla="*/ 934512 h 6858001"/>
              <a:gd name="connsiteX96" fmla="*/ 2596636 w 5879786"/>
              <a:gd name="connsiteY96" fmla="*/ 1254224 h 6858001"/>
              <a:gd name="connsiteX97" fmla="*/ 2869565 w 5879786"/>
              <a:gd name="connsiteY97" fmla="*/ 983258 h 6858001"/>
              <a:gd name="connsiteX98" fmla="*/ 2911443 w 5879786"/>
              <a:gd name="connsiteY98" fmla="*/ 736664 h 6858001"/>
              <a:gd name="connsiteX99" fmla="*/ 2938587 w 5879786"/>
              <a:gd name="connsiteY99" fmla="*/ 612807 h 6858001"/>
              <a:gd name="connsiteX100" fmla="*/ 2949984 w 5879786"/>
              <a:gd name="connsiteY100" fmla="*/ 578439 h 6858001"/>
              <a:gd name="connsiteX101" fmla="*/ 2976472 w 5879786"/>
              <a:gd name="connsiteY101" fmla="*/ 611575 h 6858001"/>
              <a:gd name="connsiteX102" fmla="*/ 3008196 w 5879786"/>
              <a:gd name="connsiteY102" fmla="*/ 667847 h 6858001"/>
              <a:gd name="connsiteX103" fmla="*/ 3028413 w 5879786"/>
              <a:gd name="connsiteY103" fmla="*/ 570356 h 6858001"/>
              <a:gd name="connsiteX104" fmla="*/ 2994296 w 5879786"/>
              <a:gd name="connsiteY104" fmla="*/ 544550 h 6858001"/>
              <a:gd name="connsiteX105" fmla="*/ 2966841 w 5879786"/>
              <a:gd name="connsiteY105" fmla="*/ 538320 h 6858001"/>
              <a:gd name="connsiteX106" fmla="*/ 2968303 w 5879786"/>
              <a:gd name="connsiteY106" fmla="*/ 535052 h 6858001"/>
              <a:gd name="connsiteX107" fmla="*/ 3037077 w 5879786"/>
              <a:gd name="connsiteY107" fmla="*/ 461397 h 6858001"/>
              <a:gd name="connsiteX108" fmla="*/ 3169931 w 5879786"/>
              <a:gd name="connsiteY108" fmla="*/ 578959 h 6858001"/>
              <a:gd name="connsiteX109" fmla="*/ 3190148 w 5879786"/>
              <a:gd name="connsiteY109" fmla="*/ 481468 h 6858001"/>
              <a:gd name="connsiteX110" fmla="*/ 3100616 w 5879786"/>
              <a:gd name="connsiteY110" fmla="*/ 441325 h 6858001"/>
              <a:gd name="connsiteX111" fmla="*/ 0 w 5879786"/>
              <a:gd name="connsiteY111" fmla="*/ 0 h 6858001"/>
              <a:gd name="connsiteX112" fmla="*/ 5879786 w 5879786"/>
              <a:gd name="connsiteY112" fmla="*/ 0 h 6858001"/>
              <a:gd name="connsiteX113" fmla="*/ 5879786 w 5879786"/>
              <a:gd name="connsiteY113" fmla="*/ 1620736 h 6858001"/>
              <a:gd name="connsiteX114" fmla="*/ 5879786 w 5879786"/>
              <a:gd name="connsiteY114" fmla="*/ 3717032 h 6858001"/>
              <a:gd name="connsiteX115" fmla="*/ 5879786 w 5879786"/>
              <a:gd name="connsiteY115" fmla="*/ 6858001 h 6858001"/>
              <a:gd name="connsiteX116" fmla="*/ 0 w 5879786"/>
              <a:gd name="connsiteY116" fmla="*/ 6858001 h 6858001"/>
              <a:gd name="connsiteX117" fmla="*/ 0 w 5879786"/>
              <a:gd name="connsiteY117" fmla="*/ 3717032 h 6858001"/>
              <a:gd name="connsiteX118" fmla="*/ 0 w 5879786"/>
              <a:gd name="connsiteY118" fmla="*/ 2258544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5879786" h="6858001">
                <a:moveTo>
                  <a:pt x="4889815" y="783975"/>
                </a:moveTo>
                <a:cubicBezTo>
                  <a:pt x="4949022" y="783975"/>
                  <a:pt x="4989456" y="831286"/>
                  <a:pt x="4979348" y="890067"/>
                </a:cubicBezTo>
                <a:cubicBezTo>
                  <a:pt x="4970683" y="947415"/>
                  <a:pt x="4914365" y="996160"/>
                  <a:pt x="4855158" y="996160"/>
                </a:cubicBezTo>
                <a:cubicBezTo>
                  <a:pt x="4795951" y="996160"/>
                  <a:pt x="4756961" y="947415"/>
                  <a:pt x="4765626" y="890067"/>
                </a:cubicBezTo>
                <a:cubicBezTo>
                  <a:pt x="4775734" y="831286"/>
                  <a:pt x="4830609" y="782541"/>
                  <a:pt x="4889815" y="783975"/>
                </a:cubicBezTo>
                <a:close/>
                <a:moveTo>
                  <a:pt x="4264534" y="778240"/>
                </a:moveTo>
                <a:cubicBezTo>
                  <a:pt x="4312188" y="778240"/>
                  <a:pt x="4338181" y="808347"/>
                  <a:pt x="4338181" y="854225"/>
                </a:cubicBezTo>
                <a:lnTo>
                  <a:pt x="4163449" y="854225"/>
                </a:lnTo>
                <a:cubicBezTo>
                  <a:pt x="4177890" y="811215"/>
                  <a:pt x="4218324" y="778240"/>
                  <a:pt x="4264534" y="778240"/>
                </a:cubicBezTo>
                <a:close/>
                <a:moveTo>
                  <a:pt x="3398093" y="736663"/>
                </a:moveTo>
                <a:lnTo>
                  <a:pt x="3369212" y="911572"/>
                </a:lnTo>
                <a:cubicBezTo>
                  <a:pt x="3356215" y="994726"/>
                  <a:pt x="3386541" y="1052074"/>
                  <a:pt x="3478961" y="1052074"/>
                </a:cubicBezTo>
                <a:cubicBezTo>
                  <a:pt x="3571381" y="1052074"/>
                  <a:pt x="3621924" y="994726"/>
                  <a:pt x="3634920" y="911572"/>
                </a:cubicBezTo>
                <a:lnTo>
                  <a:pt x="3663802" y="736663"/>
                </a:lnTo>
                <a:lnTo>
                  <a:pt x="3603151" y="736663"/>
                </a:lnTo>
                <a:lnTo>
                  <a:pt x="3575713" y="905838"/>
                </a:lnTo>
                <a:cubicBezTo>
                  <a:pt x="3568493" y="954583"/>
                  <a:pt x="3548276" y="997594"/>
                  <a:pt x="3489069" y="997594"/>
                </a:cubicBezTo>
                <a:cubicBezTo>
                  <a:pt x="3428419" y="997594"/>
                  <a:pt x="3422642" y="954583"/>
                  <a:pt x="3431307" y="905838"/>
                </a:cubicBezTo>
                <a:lnTo>
                  <a:pt x="3458744" y="736663"/>
                </a:lnTo>
                <a:close/>
                <a:moveTo>
                  <a:pt x="4898480" y="728061"/>
                </a:moveTo>
                <a:cubicBezTo>
                  <a:pt x="4804615" y="728061"/>
                  <a:pt x="4719415" y="798312"/>
                  <a:pt x="4704975" y="890067"/>
                </a:cubicBezTo>
                <a:cubicBezTo>
                  <a:pt x="4690534" y="981823"/>
                  <a:pt x="4752629" y="1052074"/>
                  <a:pt x="4846493" y="1052074"/>
                </a:cubicBezTo>
                <a:cubicBezTo>
                  <a:pt x="4940358" y="1052074"/>
                  <a:pt x="5025558" y="981823"/>
                  <a:pt x="5039998" y="890067"/>
                </a:cubicBezTo>
                <a:cubicBezTo>
                  <a:pt x="5055883" y="798312"/>
                  <a:pt x="4993788" y="726627"/>
                  <a:pt x="4898480" y="728061"/>
                </a:cubicBezTo>
                <a:close/>
                <a:moveTo>
                  <a:pt x="4271754" y="728061"/>
                </a:moveTo>
                <a:cubicBezTo>
                  <a:pt x="4170670" y="728061"/>
                  <a:pt x="4108575" y="799745"/>
                  <a:pt x="4092690" y="892935"/>
                </a:cubicBezTo>
                <a:cubicBezTo>
                  <a:pt x="4078249" y="983257"/>
                  <a:pt x="4125903" y="1053507"/>
                  <a:pt x="4221212" y="1053507"/>
                </a:cubicBezTo>
                <a:cubicBezTo>
                  <a:pt x="4281863" y="1053507"/>
                  <a:pt x="4342514" y="1023400"/>
                  <a:pt x="4380059" y="970354"/>
                </a:cubicBezTo>
                <a:lnTo>
                  <a:pt x="4333849" y="941680"/>
                </a:lnTo>
                <a:cubicBezTo>
                  <a:pt x="4304968" y="977522"/>
                  <a:pt x="4276086" y="1000461"/>
                  <a:pt x="4229876" y="1000461"/>
                </a:cubicBezTo>
                <a:cubicBezTo>
                  <a:pt x="4172114" y="1000461"/>
                  <a:pt x="4144676" y="950282"/>
                  <a:pt x="4151897" y="898669"/>
                </a:cubicBezTo>
                <a:lnTo>
                  <a:pt x="4390168" y="898669"/>
                </a:lnTo>
                <a:lnTo>
                  <a:pt x="4391612" y="890067"/>
                </a:lnTo>
                <a:cubicBezTo>
                  <a:pt x="4406053" y="799745"/>
                  <a:pt x="4371395" y="728061"/>
                  <a:pt x="4271754" y="728061"/>
                </a:cubicBezTo>
                <a:close/>
                <a:moveTo>
                  <a:pt x="4624107" y="726628"/>
                </a:moveTo>
                <a:cubicBezTo>
                  <a:pt x="4527354" y="726628"/>
                  <a:pt x="4442154" y="796879"/>
                  <a:pt x="4426269" y="891502"/>
                </a:cubicBezTo>
                <a:cubicBezTo>
                  <a:pt x="4410385" y="983257"/>
                  <a:pt x="4475368" y="1052074"/>
                  <a:pt x="4567788" y="1052074"/>
                </a:cubicBezTo>
                <a:cubicBezTo>
                  <a:pt x="4599558" y="1052074"/>
                  <a:pt x="4626995" y="1046340"/>
                  <a:pt x="4657320" y="1032003"/>
                </a:cubicBezTo>
                <a:lnTo>
                  <a:pt x="4668873" y="957451"/>
                </a:lnTo>
                <a:cubicBezTo>
                  <a:pt x="4641435" y="981824"/>
                  <a:pt x="4611110" y="997594"/>
                  <a:pt x="4576452" y="997594"/>
                </a:cubicBezTo>
                <a:cubicBezTo>
                  <a:pt x="4512914" y="997594"/>
                  <a:pt x="4475368" y="951716"/>
                  <a:pt x="4485476" y="888634"/>
                </a:cubicBezTo>
                <a:cubicBezTo>
                  <a:pt x="4494141" y="831287"/>
                  <a:pt x="4547571" y="781108"/>
                  <a:pt x="4606778" y="781108"/>
                </a:cubicBezTo>
                <a:cubicBezTo>
                  <a:pt x="4644324" y="781108"/>
                  <a:pt x="4670317" y="795445"/>
                  <a:pt x="4690534" y="822685"/>
                </a:cubicBezTo>
                <a:lnTo>
                  <a:pt x="4703530" y="746700"/>
                </a:lnTo>
                <a:cubicBezTo>
                  <a:pt x="4681869" y="733796"/>
                  <a:pt x="4651544" y="726628"/>
                  <a:pt x="4624107" y="726628"/>
                </a:cubicBezTo>
                <a:close/>
                <a:moveTo>
                  <a:pt x="4073917" y="726628"/>
                </a:moveTo>
                <a:cubicBezTo>
                  <a:pt x="4033483" y="726628"/>
                  <a:pt x="3998826" y="749567"/>
                  <a:pt x="3978609" y="785409"/>
                </a:cubicBezTo>
                <a:lnTo>
                  <a:pt x="3977165" y="785409"/>
                </a:lnTo>
                <a:lnTo>
                  <a:pt x="3984385" y="735230"/>
                </a:lnTo>
                <a:lnTo>
                  <a:pt x="3923734" y="735230"/>
                </a:lnTo>
                <a:lnTo>
                  <a:pt x="3874636" y="1040605"/>
                </a:lnTo>
                <a:lnTo>
                  <a:pt x="3935287" y="1040605"/>
                </a:lnTo>
                <a:lnTo>
                  <a:pt x="3959836" y="890068"/>
                </a:lnTo>
                <a:cubicBezTo>
                  <a:pt x="3968500" y="839889"/>
                  <a:pt x="3985829" y="781108"/>
                  <a:pt x="4050812" y="781108"/>
                </a:cubicBezTo>
                <a:cubicBezTo>
                  <a:pt x="4065253" y="781108"/>
                  <a:pt x="4076805" y="785409"/>
                  <a:pt x="4085470" y="794011"/>
                </a:cubicBezTo>
                <a:lnTo>
                  <a:pt x="4121572" y="740965"/>
                </a:lnTo>
                <a:cubicBezTo>
                  <a:pt x="4107131" y="732363"/>
                  <a:pt x="4091246" y="726628"/>
                  <a:pt x="4073917" y="726628"/>
                </a:cubicBezTo>
                <a:close/>
                <a:moveTo>
                  <a:pt x="3233470" y="726628"/>
                </a:moveTo>
                <a:cubicBezTo>
                  <a:pt x="3195924" y="726628"/>
                  <a:pt x="3155490" y="743832"/>
                  <a:pt x="3129497" y="776807"/>
                </a:cubicBezTo>
                <a:lnTo>
                  <a:pt x="3136717" y="736664"/>
                </a:lnTo>
                <a:lnTo>
                  <a:pt x="3076066" y="736664"/>
                </a:lnTo>
                <a:lnTo>
                  <a:pt x="3025524" y="1040605"/>
                </a:lnTo>
                <a:lnTo>
                  <a:pt x="3086175" y="1040605"/>
                </a:lnTo>
                <a:lnTo>
                  <a:pt x="3109280" y="900104"/>
                </a:lnTo>
                <a:cubicBezTo>
                  <a:pt x="3119388" y="844190"/>
                  <a:pt x="3129497" y="778241"/>
                  <a:pt x="3207477" y="778241"/>
                </a:cubicBezTo>
                <a:cubicBezTo>
                  <a:pt x="3269571" y="778241"/>
                  <a:pt x="3271016" y="814083"/>
                  <a:pt x="3262351" y="865695"/>
                </a:cubicBezTo>
                <a:lnTo>
                  <a:pt x="3233470" y="1040605"/>
                </a:lnTo>
                <a:lnTo>
                  <a:pt x="3294121" y="1040605"/>
                </a:lnTo>
                <a:lnTo>
                  <a:pt x="3323002" y="858527"/>
                </a:lnTo>
                <a:cubicBezTo>
                  <a:pt x="3334555" y="783975"/>
                  <a:pt x="3321558" y="726628"/>
                  <a:pt x="3233470" y="726628"/>
                </a:cubicBezTo>
                <a:close/>
                <a:moveTo>
                  <a:pt x="3769219" y="639173"/>
                </a:moveTo>
                <a:lnTo>
                  <a:pt x="3753334" y="736664"/>
                </a:lnTo>
                <a:lnTo>
                  <a:pt x="3721565" y="736664"/>
                </a:lnTo>
                <a:lnTo>
                  <a:pt x="3711456" y="791144"/>
                </a:lnTo>
                <a:lnTo>
                  <a:pt x="3744670" y="791144"/>
                </a:lnTo>
                <a:lnTo>
                  <a:pt x="3704236" y="1042038"/>
                </a:lnTo>
                <a:lnTo>
                  <a:pt x="3764887" y="1042038"/>
                </a:lnTo>
                <a:lnTo>
                  <a:pt x="3805321" y="791144"/>
                </a:lnTo>
                <a:lnTo>
                  <a:pt x="3873192" y="791144"/>
                </a:lnTo>
                <a:lnTo>
                  <a:pt x="3881856" y="736664"/>
                </a:lnTo>
                <a:lnTo>
                  <a:pt x="3813985" y="736664"/>
                </a:lnTo>
                <a:lnTo>
                  <a:pt x="3829870" y="639173"/>
                </a:lnTo>
                <a:close/>
                <a:moveTo>
                  <a:pt x="3100616" y="441325"/>
                </a:moveTo>
                <a:cubicBezTo>
                  <a:pt x="3057294" y="441325"/>
                  <a:pt x="2993394" y="463905"/>
                  <a:pt x="2936534" y="509066"/>
                </a:cubicBezTo>
                <a:lnTo>
                  <a:pt x="2909070" y="534657"/>
                </a:lnTo>
                <a:lnTo>
                  <a:pt x="2901994" y="535408"/>
                </a:lnTo>
                <a:cubicBezTo>
                  <a:pt x="2812163" y="554205"/>
                  <a:pt x="2679489" y="643116"/>
                  <a:pt x="2652955" y="801179"/>
                </a:cubicBezTo>
                <a:lnTo>
                  <a:pt x="2631294" y="934512"/>
                </a:lnTo>
                <a:cubicBezTo>
                  <a:pt x="2595192" y="1150998"/>
                  <a:pt x="2576419" y="1201177"/>
                  <a:pt x="2483999" y="1254224"/>
                </a:cubicBezTo>
                <a:cubicBezTo>
                  <a:pt x="2550426" y="1242754"/>
                  <a:pt x="2690501" y="1179672"/>
                  <a:pt x="2726602" y="960318"/>
                </a:cubicBezTo>
                <a:lnTo>
                  <a:pt x="2749707" y="825552"/>
                </a:lnTo>
                <a:cubicBezTo>
                  <a:pt x="2784365" y="623403"/>
                  <a:pt x="2824799" y="581826"/>
                  <a:pt x="2875341" y="550285"/>
                </a:cubicBezTo>
                <a:lnTo>
                  <a:pt x="2892225" y="551631"/>
                </a:lnTo>
                <a:lnTo>
                  <a:pt x="2859975" y="593743"/>
                </a:lnTo>
                <a:cubicBezTo>
                  <a:pt x="2838517" y="627614"/>
                  <a:pt x="2822272" y="667130"/>
                  <a:pt x="2814690" y="712291"/>
                </a:cubicBezTo>
                <a:lnTo>
                  <a:pt x="2777144" y="934512"/>
                </a:lnTo>
                <a:cubicBezTo>
                  <a:pt x="2748263" y="1106555"/>
                  <a:pt x="2689056" y="1201178"/>
                  <a:pt x="2596636" y="1254224"/>
                </a:cubicBezTo>
                <a:cubicBezTo>
                  <a:pt x="2654399" y="1249923"/>
                  <a:pt x="2836351" y="1181106"/>
                  <a:pt x="2869565" y="983258"/>
                </a:cubicBezTo>
                <a:lnTo>
                  <a:pt x="2911443" y="736664"/>
                </a:lnTo>
                <a:cubicBezTo>
                  <a:pt x="2920107" y="686127"/>
                  <a:pt x="2929133" y="645625"/>
                  <a:pt x="2938587" y="612807"/>
                </a:cubicBezTo>
                <a:lnTo>
                  <a:pt x="2949984" y="578439"/>
                </a:lnTo>
                <a:lnTo>
                  <a:pt x="2976472" y="611575"/>
                </a:lnTo>
                <a:cubicBezTo>
                  <a:pt x="2986625" y="627256"/>
                  <a:pt x="2997004" y="645983"/>
                  <a:pt x="3008196" y="667847"/>
                </a:cubicBezTo>
                <a:lnTo>
                  <a:pt x="3028413" y="570356"/>
                </a:lnTo>
                <a:cubicBezTo>
                  <a:pt x="3020471" y="561754"/>
                  <a:pt x="3009279" y="552077"/>
                  <a:pt x="2994296" y="544550"/>
                </a:cubicBezTo>
                <a:lnTo>
                  <a:pt x="2966841" y="538320"/>
                </a:lnTo>
                <a:lnTo>
                  <a:pt x="2968303" y="535052"/>
                </a:lnTo>
                <a:cubicBezTo>
                  <a:pt x="2989061" y="495447"/>
                  <a:pt x="3011805" y="477167"/>
                  <a:pt x="3037077" y="461397"/>
                </a:cubicBezTo>
                <a:cubicBezTo>
                  <a:pt x="3093395" y="454228"/>
                  <a:pt x="3125165" y="491504"/>
                  <a:pt x="3169931" y="578959"/>
                </a:cubicBezTo>
                <a:lnTo>
                  <a:pt x="3190148" y="481468"/>
                </a:lnTo>
                <a:cubicBezTo>
                  <a:pt x="3175707" y="462830"/>
                  <a:pt x="3145382" y="441325"/>
                  <a:pt x="3100616" y="441325"/>
                </a:cubicBezTo>
                <a:close/>
                <a:moveTo>
                  <a:pt x="0" y="0"/>
                </a:moveTo>
                <a:lnTo>
                  <a:pt x="5879786" y="0"/>
                </a:lnTo>
                <a:lnTo>
                  <a:pt x="5879786" y="1620736"/>
                </a:lnTo>
                <a:lnTo>
                  <a:pt x="5879786" y="3717032"/>
                </a:lnTo>
                <a:lnTo>
                  <a:pt x="5879786" y="6858001"/>
                </a:lnTo>
                <a:lnTo>
                  <a:pt x="0" y="6858001"/>
                </a:lnTo>
                <a:lnTo>
                  <a:pt x="0" y="3717032"/>
                </a:lnTo>
                <a:lnTo>
                  <a:pt x="0" y="225854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8" y="1989138"/>
            <a:ext cx="5040000" cy="3835662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A0110617-EBBF-6844-8C49-866445C5CF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5039999" cy="728838"/>
          </a:xfrm>
        </p:spPr>
        <p:txBody>
          <a:bodyPr wrap="non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652FDEA-9E6F-E248-A38D-8C3248EBF9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1366039"/>
            <a:ext cx="5039999" cy="274663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FACCF14-ED7D-1F48-AA75-71F61F500A4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44072" y="1989138"/>
            <a:ext cx="4602556" cy="3835662"/>
          </a:xfrm>
          <a:prstGeom prst="roundRect">
            <a:avLst>
              <a:gd name="adj" fmla="val 3354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3804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0">
              <a:lnSpc>
                <a:spcPct val="100000"/>
              </a:lnSpc>
              <a:buFont typeface="Arial" charset="0"/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jdelijke aanduiding voor dianummer 5">
            <a:extLst>
              <a:ext uri="{FF2B5EF4-FFF2-40B4-BE49-F238E27FC236}">
                <a16:creationId xmlns:a16="http://schemas.microsoft.com/office/drawing/2014/main" id="{21EB5DFD-55E0-7A46-AFC3-69758A8C7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36160" y="6171371"/>
            <a:ext cx="4655840" cy="684724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vert="horz" lIns="0" tIns="251999" rIns="396000" bIns="0" rtlCol="0" anchor="ctr" anchorCtr="0"/>
          <a:lstStyle>
            <a:lvl1pPr algn="r">
              <a:defRPr sz="1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281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27291FDF-11E4-844A-96B9-AE2D23F9944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64152" y="6171371"/>
            <a:ext cx="4727848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839787" y="1989138"/>
            <a:ext cx="3238733" cy="684000"/>
          </a:xfrm>
          <a:prstGeom prst="roundRect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16"/>
          </p:nvPr>
        </p:nvSpPr>
        <p:spPr>
          <a:xfrm>
            <a:off x="839787" y="2673138"/>
            <a:ext cx="3238733" cy="1104384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839787" y="3961938"/>
            <a:ext cx="3238733" cy="684000"/>
          </a:xfrm>
          <a:prstGeom prst="roundRect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18"/>
          </p:nvPr>
        </p:nvSpPr>
        <p:spPr>
          <a:xfrm>
            <a:off x="839787" y="4645938"/>
            <a:ext cx="3238733" cy="1104384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nl-NL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Text Placeholder 19"/>
          <p:cNvSpPr>
            <a:spLocks noGrp="1"/>
          </p:cNvSpPr>
          <p:nvPr>
            <p:ph type="body" sz="quarter" idx="19"/>
          </p:nvPr>
        </p:nvSpPr>
        <p:spPr>
          <a:xfrm>
            <a:off x="4485393" y="1989138"/>
            <a:ext cx="3229973" cy="684000"/>
          </a:xfrm>
          <a:prstGeom prst="roundRect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Text Placeholder 19"/>
          <p:cNvSpPr>
            <a:spLocks noGrp="1"/>
          </p:cNvSpPr>
          <p:nvPr>
            <p:ph type="body" sz="quarter" idx="20"/>
          </p:nvPr>
        </p:nvSpPr>
        <p:spPr>
          <a:xfrm>
            <a:off x="4485393" y="2673138"/>
            <a:ext cx="3229973" cy="1104384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4485393" y="3961938"/>
            <a:ext cx="3229973" cy="684000"/>
          </a:xfrm>
          <a:prstGeom prst="roundRect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485393" y="4645938"/>
            <a:ext cx="3229973" cy="1104384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nl-NL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8122239" y="1989138"/>
            <a:ext cx="3229974" cy="684000"/>
          </a:xfrm>
          <a:prstGeom prst="roundRect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3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8122239" y="2673138"/>
            <a:ext cx="3229974" cy="1104384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9"/>
          <p:cNvSpPr>
            <a:spLocks noGrp="1"/>
          </p:cNvSpPr>
          <p:nvPr>
            <p:ph type="body" sz="quarter" idx="25"/>
          </p:nvPr>
        </p:nvSpPr>
        <p:spPr>
          <a:xfrm>
            <a:off x="8122239" y="3961938"/>
            <a:ext cx="3229974" cy="684000"/>
          </a:xfrm>
          <a:prstGeom prst="roundRect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8122239" y="4645938"/>
            <a:ext cx="3229974" cy="1104384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nl-NL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72823494-CD15-9049-A47C-C99099D00D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728838"/>
          </a:xfrm>
        </p:spPr>
        <p:txBody>
          <a:bodyPr wrap="non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865FB093-6ACD-E747-98C0-F16FBA07D96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9788" y="1366039"/>
            <a:ext cx="7560468" cy="274663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</p:spTree>
    <p:extLst>
      <p:ext uri="{BB962C8B-B14F-4D97-AF65-F5344CB8AC3E}">
        <p14:creationId xmlns:p14="http://schemas.microsoft.com/office/powerpoint/2010/main" val="41443833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xed head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25EED34-690F-CB41-8188-BB2E7E64F79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64152" y="6171371"/>
            <a:ext cx="4727848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Tijdelijke aanduiding voor titel 1">
            <a:extLst>
              <a:ext uri="{FF2B5EF4-FFF2-40B4-BE49-F238E27FC236}">
                <a16:creationId xmlns:a16="http://schemas.microsoft.com/office/drawing/2014/main" id="{9FD576D2-650F-5142-A42C-138C7D767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1989138"/>
            <a:ext cx="10512425" cy="374411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r>
              <a:rPr lang="en-GB"/>
              <a:t>Fixed heading</a:t>
            </a:r>
            <a:br>
              <a:rPr lang="en-GB"/>
            </a:br>
            <a:r>
              <a:rPr lang="en-GB"/>
              <a:t>(statement)</a:t>
            </a:r>
          </a:p>
        </p:txBody>
      </p:sp>
    </p:spTree>
    <p:extLst>
      <p:ext uri="{BB962C8B-B14F-4D97-AF65-F5344CB8AC3E}">
        <p14:creationId xmlns:p14="http://schemas.microsoft.com/office/powerpoint/2010/main" val="6211774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xed heading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E86A3CD-BFF1-9C47-8123-2D96930586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16680" cy="1993166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Tijdelijke aanduiding voor titel 1">
            <a:extLst>
              <a:ext uri="{FF2B5EF4-FFF2-40B4-BE49-F238E27FC236}">
                <a16:creationId xmlns:a16="http://schemas.microsoft.com/office/drawing/2014/main" id="{9FD576D2-650F-5142-A42C-138C7D767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1989138"/>
            <a:ext cx="10512425" cy="374411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lnSpc>
                <a:spcPct val="100000"/>
              </a:lnSpc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GB"/>
              <a:t>Fixed heading</a:t>
            </a:r>
            <a:br>
              <a:rPr lang="en-GB"/>
            </a:br>
            <a:r>
              <a:rPr lang="en-GB"/>
              <a:t>(statement)</a:t>
            </a:r>
          </a:p>
        </p:txBody>
      </p:sp>
      <p:pic>
        <p:nvPicPr>
          <p:cNvPr id="11" name="Afbeelding 6">
            <a:extLst>
              <a:ext uri="{FF2B5EF4-FFF2-40B4-BE49-F238E27FC236}">
                <a16:creationId xmlns:a16="http://schemas.microsoft.com/office/drawing/2014/main" id="{5BF78960-BC3F-AD4D-9575-67869B96A7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96338" y="441326"/>
            <a:ext cx="2555875" cy="81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164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fac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321822B-AF06-574C-9035-1C7BEFE3B2E7}"/>
              </a:ext>
            </a:extLst>
          </p:cNvPr>
          <p:cNvSpPr/>
          <p:nvPr userDrawn="1"/>
        </p:nvSpPr>
        <p:spPr>
          <a:xfrm>
            <a:off x="8544272" y="404813"/>
            <a:ext cx="3227834" cy="944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F980CEC1-5EF0-D048-80B9-CACD99DDAF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429000"/>
          </a:xfrm>
          <a:custGeom>
            <a:avLst/>
            <a:gdLst>
              <a:gd name="connsiteX0" fmla="*/ 11202029 w 12192000"/>
              <a:gd name="connsiteY0" fmla="*/ 783974 h 3429000"/>
              <a:gd name="connsiteX1" fmla="*/ 11291562 w 12192000"/>
              <a:gd name="connsiteY1" fmla="*/ 890066 h 3429000"/>
              <a:gd name="connsiteX2" fmla="*/ 11167372 w 12192000"/>
              <a:gd name="connsiteY2" fmla="*/ 996159 h 3429000"/>
              <a:gd name="connsiteX3" fmla="*/ 11077840 w 12192000"/>
              <a:gd name="connsiteY3" fmla="*/ 890066 h 3429000"/>
              <a:gd name="connsiteX4" fmla="*/ 11202029 w 12192000"/>
              <a:gd name="connsiteY4" fmla="*/ 783974 h 3429000"/>
              <a:gd name="connsiteX5" fmla="*/ 10576748 w 12192000"/>
              <a:gd name="connsiteY5" fmla="*/ 778239 h 3429000"/>
              <a:gd name="connsiteX6" fmla="*/ 10650395 w 12192000"/>
              <a:gd name="connsiteY6" fmla="*/ 854224 h 3429000"/>
              <a:gd name="connsiteX7" fmla="*/ 10475663 w 12192000"/>
              <a:gd name="connsiteY7" fmla="*/ 854224 h 3429000"/>
              <a:gd name="connsiteX8" fmla="*/ 10576748 w 12192000"/>
              <a:gd name="connsiteY8" fmla="*/ 778239 h 3429000"/>
              <a:gd name="connsiteX9" fmla="*/ 9710307 w 12192000"/>
              <a:gd name="connsiteY9" fmla="*/ 736662 h 3429000"/>
              <a:gd name="connsiteX10" fmla="*/ 9681426 w 12192000"/>
              <a:gd name="connsiteY10" fmla="*/ 911571 h 3429000"/>
              <a:gd name="connsiteX11" fmla="*/ 9791175 w 12192000"/>
              <a:gd name="connsiteY11" fmla="*/ 1052073 h 3429000"/>
              <a:gd name="connsiteX12" fmla="*/ 9947134 w 12192000"/>
              <a:gd name="connsiteY12" fmla="*/ 911571 h 3429000"/>
              <a:gd name="connsiteX13" fmla="*/ 9976016 w 12192000"/>
              <a:gd name="connsiteY13" fmla="*/ 736662 h 3429000"/>
              <a:gd name="connsiteX14" fmla="*/ 9915365 w 12192000"/>
              <a:gd name="connsiteY14" fmla="*/ 736662 h 3429000"/>
              <a:gd name="connsiteX15" fmla="*/ 9887927 w 12192000"/>
              <a:gd name="connsiteY15" fmla="*/ 905837 h 3429000"/>
              <a:gd name="connsiteX16" fmla="*/ 9801283 w 12192000"/>
              <a:gd name="connsiteY16" fmla="*/ 997593 h 3429000"/>
              <a:gd name="connsiteX17" fmla="*/ 9743521 w 12192000"/>
              <a:gd name="connsiteY17" fmla="*/ 905837 h 3429000"/>
              <a:gd name="connsiteX18" fmla="*/ 9770958 w 12192000"/>
              <a:gd name="connsiteY18" fmla="*/ 736662 h 3429000"/>
              <a:gd name="connsiteX19" fmla="*/ 11210694 w 12192000"/>
              <a:gd name="connsiteY19" fmla="*/ 728060 h 3429000"/>
              <a:gd name="connsiteX20" fmla="*/ 11017189 w 12192000"/>
              <a:gd name="connsiteY20" fmla="*/ 890066 h 3429000"/>
              <a:gd name="connsiteX21" fmla="*/ 11158707 w 12192000"/>
              <a:gd name="connsiteY21" fmla="*/ 1052073 h 3429000"/>
              <a:gd name="connsiteX22" fmla="*/ 11352212 w 12192000"/>
              <a:gd name="connsiteY22" fmla="*/ 890066 h 3429000"/>
              <a:gd name="connsiteX23" fmla="*/ 11210694 w 12192000"/>
              <a:gd name="connsiteY23" fmla="*/ 728060 h 3429000"/>
              <a:gd name="connsiteX24" fmla="*/ 10583968 w 12192000"/>
              <a:gd name="connsiteY24" fmla="*/ 728060 h 3429000"/>
              <a:gd name="connsiteX25" fmla="*/ 10404904 w 12192000"/>
              <a:gd name="connsiteY25" fmla="*/ 892934 h 3429000"/>
              <a:gd name="connsiteX26" fmla="*/ 10533426 w 12192000"/>
              <a:gd name="connsiteY26" fmla="*/ 1053506 h 3429000"/>
              <a:gd name="connsiteX27" fmla="*/ 10692273 w 12192000"/>
              <a:gd name="connsiteY27" fmla="*/ 970353 h 3429000"/>
              <a:gd name="connsiteX28" fmla="*/ 10646063 w 12192000"/>
              <a:gd name="connsiteY28" fmla="*/ 941679 h 3429000"/>
              <a:gd name="connsiteX29" fmla="*/ 10542090 w 12192000"/>
              <a:gd name="connsiteY29" fmla="*/ 1000460 h 3429000"/>
              <a:gd name="connsiteX30" fmla="*/ 10464111 w 12192000"/>
              <a:gd name="connsiteY30" fmla="*/ 898668 h 3429000"/>
              <a:gd name="connsiteX31" fmla="*/ 10702382 w 12192000"/>
              <a:gd name="connsiteY31" fmla="*/ 898668 h 3429000"/>
              <a:gd name="connsiteX32" fmla="*/ 10703826 w 12192000"/>
              <a:gd name="connsiteY32" fmla="*/ 890066 h 3429000"/>
              <a:gd name="connsiteX33" fmla="*/ 10583968 w 12192000"/>
              <a:gd name="connsiteY33" fmla="*/ 728060 h 3429000"/>
              <a:gd name="connsiteX34" fmla="*/ 10936321 w 12192000"/>
              <a:gd name="connsiteY34" fmla="*/ 726627 h 3429000"/>
              <a:gd name="connsiteX35" fmla="*/ 10738483 w 12192000"/>
              <a:gd name="connsiteY35" fmla="*/ 891501 h 3429000"/>
              <a:gd name="connsiteX36" fmla="*/ 10880002 w 12192000"/>
              <a:gd name="connsiteY36" fmla="*/ 1052073 h 3429000"/>
              <a:gd name="connsiteX37" fmla="*/ 10969534 w 12192000"/>
              <a:gd name="connsiteY37" fmla="*/ 1032002 h 3429000"/>
              <a:gd name="connsiteX38" fmla="*/ 10981087 w 12192000"/>
              <a:gd name="connsiteY38" fmla="*/ 957450 h 3429000"/>
              <a:gd name="connsiteX39" fmla="*/ 10888666 w 12192000"/>
              <a:gd name="connsiteY39" fmla="*/ 997593 h 3429000"/>
              <a:gd name="connsiteX40" fmla="*/ 10797690 w 12192000"/>
              <a:gd name="connsiteY40" fmla="*/ 888633 h 3429000"/>
              <a:gd name="connsiteX41" fmla="*/ 10918992 w 12192000"/>
              <a:gd name="connsiteY41" fmla="*/ 781107 h 3429000"/>
              <a:gd name="connsiteX42" fmla="*/ 11002748 w 12192000"/>
              <a:gd name="connsiteY42" fmla="*/ 822684 h 3429000"/>
              <a:gd name="connsiteX43" fmla="*/ 11015744 w 12192000"/>
              <a:gd name="connsiteY43" fmla="*/ 746699 h 3429000"/>
              <a:gd name="connsiteX44" fmla="*/ 10936321 w 12192000"/>
              <a:gd name="connsiteY44" fmla="*/ 726627 h 3429000"/>
              <a:gd name="connsiteX45" fmla="*/ 10386131 w 12192000"/>
              <a:gd name="connsiteY45" fmla="*/ 726627 h 3429000"/>
              <a:gd name="connsiteX46" fmla="*/ 10290823 w 12192000"/>
              <a:gd name="connsiteY46" fmla="*/ 785408 h 3429000"/>
              <a:gd name="connsiteX47" fmla="*/ 10289379 w 12192000"/>
              <a:gd name="connsiteY47" fmla="*/ 785408 h 3429000"/>
              <a:gd name="connsiteX48" fmla="*/ 10296599 w 12192000"/>
              <a:gd name="connsiteY48" fmla="*/ 735229 h 3429000"/>
              <a:gd name="connsiteX49" fmla="*/ 10235948 w 12192000"/>
              <a:gd name="connsiteY49" fmla="*/ 735229 h 3429000"/>
              <a:gd name="connsiteX50" fmla="*/ 10186850 w 12192000"/>
              <a:gd name="connsiteY50" fmla="*/ 1040604 h 3429000"/>
              <a:gd name="connsiteX51" fmla="*/ 10247501 w 12192000"/>
              <a:gd name="connsiteY51" fmla="*/ 1040604 h 3429000"/>
              <a:gd name="connsiteX52" fmla="*/ 10272050 w 12192000"/>
              <a:gd name="connsiteY52" fmla="*/ 890067 h 3429000"/>
              <a:gd name="connsiteX53" fmla="*/ 10363026 w 12192000"/>
              <a:gd name="connsiteY53" fmla="*/ 781107 h 3429000"/>
              <a:gd name="connsiteX54" fmla="*/ 10397684 w 12192000"/>
              <a:gd name="connsiteY54" fmla="*/ 794010 h 3429000"/>
              <a:gd name="connsiteX55" fmla="*/ 10433786 w 12192000"/>
              <a:gd name="connsiteY55" fmla="*/ 740964 h 3429000"/>
              <a:gd name="connsiteX56" fmla="*/ 10386131 w 12192000"/>
              <a:gd name="connsiteY56" fmla="*/ 726627 h 3429000"/>
              <a:gd name="connsiteX57" fmla="*/ 9545684 w 12192000"/>
              <a:gd name="connsiteY57" fmla="*/ 726627 h 3429000"/>
              <a:gd name="connsiteX58" fmla="*/ 9441711 w 12192000"/>
              <a:gd name="connsiteY58" fmla="*/ 776806 h 3429000"/>
              <a:gd name="connsiteX59" fmla="*/ 9448931 w 12192000"/>
              <a:gd name="connsiteY59" fmla="*/ 736663 h 3429000"/>
              <a:gd name="connsiteX60" fmla="*/ 9388280 w 12192000"/>
              <a:gd name="connsiteY60" fmla="*/ 736663 h 3429000"/>
              <a:gd name="connsiteX61" fmla="*/ 9337738 w 12192000"/>
              <a:gd name="connsiteY61" fmla="*/ 1040604 h 3429000"/>
              <a:gd name="connsiteX62" fmla="*/ 9398389 w 12192000"/>
              <a:gd name="connsiteY62" fmla="*/ 1040604 h 3429000"/>
              <a:gd name="connsiteX63" fmla="*/ 9421494 w 12192000"/>
              <a:gd name="connsiteY63" fmla="*/ 900103 h 3429000"/>
              <a:gd name="connsiteX64" fmla="*/ 9519691 w 12192000"/>
              <a:gd name="connsiteY64" fmla="*/ 778240 h 3429000"/>
              <a:gd name="connsiteX65" fmla="*/ 9574565 w 12192000"/>
              <a:gd name="connsiteY65" fmla="*/ 865694 h 3429000"/>
              <a:gd name="connsiteX66" fmla="*/ 9545684 w 12192000"/>
              <a:gd name="connsiteY66" fmla="*/ 1040604 h 3429000"/>
              <a:gd name="connsiteX67" fmla="*/ 9606335 w 12192000"/>
              <a:gd name="connsiteY67" fmla="*/ 1040604 h 3429000"/>
              <a:gd name="connsiteX68" fmla="*/ 9635216 w 12192000"/>
              <a:gd name="connsiteY68" fmla="*/ 858526 h 3429000"/>
              <a:gd name="connsiteX69" fmla="*/ 9545684 w 12192000"/>
              <a:gd name="connsiteY69" fmla="*/ 726627 h 3429000"/>
              <a:gd name="connsiteX70" fmla="*/ 10081433 w 12192000"/>
              <a:gd name="connsiteY70" fmla="*/ 639172 h 3429000"/>
              <a:gd name="connsiteX71" fmla="*/ 10065548 w 12192000"/>
              <a:gd name="connsiteY71" fmla="*/ 736663 h 3429000"/>
              <a:gd name="connsiteX72" fmla="*/ 10033779 w 12192000"/>
              <a:gd name="connsiteY72" fmla="*/ 736663 h 3429000"/>
              <a:gd name="connsiteX73" fmla="*/ 10023670 w 12192000"/>
              <a:gd name="connsiteY73" fmla="*/ 791143 h 3429000"/>
              <a:gd name="connsiteX74" fmla="*/ 10056884 w 12192000"/>
              <a:gd name="connsiteY74" fmla="*/ 791143 h 3429000"/>
              <a:gd name="connsiteX75" fmla="*/ 10016450 w 12192000"/>
              <a:gd name="connsiteY75" fmla="*/ 1042037 h 3429000"/>
              <a:gd name="connsiteX76" fmla="*/ 10077101 w 12192000"/>
              <a:gd name="connsiteY76" fmla="*/ 1042037 h 3429000"/>
              <a:gd name="connsiteX77" fmla="*/ 10117535 w 12192000"/>
              <a:gd name="connsiteY77" fmla="*/ 791143 h 3429000"/>
              <a:gd name="connsiteX78" fmla="*/ 10185406 w 12192000"/>
              <a:gd name="connsiteY78" fmla="*/ 791143 h 3429000"/>
              <a:gd name="connsiteX79" fmla="*/ 10194070 w 12192000"/>
              <a:gd name="connsiteY79" fmla="*/ 736663 h 3429000"/>
              <a:gd name="connsiteX80" fmla="*/ 10126199 w 12192000"/>
              <a:gd name="connsiteY80" fmla="*/ 736663 h 3429000"/>
              <a:gd name="connsiteX81" fmla="*/ 10142084 w 12192000"/>
              <a:gd name="connsiteY81" fmla="*/ 639172 h 3429000"/>
              <a:gd name="connsiteX82" fmla="*/ 9412830 w 12192000"/>
              <a:gd name="connsiteY82" fmla="*/ 441324 h 3429000"/>
              <a:gd name="connsiteX83" fmla="*/ 9248748 w 12192000"/>
              <a:gd name="connsiteY83" fmla="*/ 509065 h 3429000"/>
              <a:gd name="connsiteX84" fmla="*/ 9221284 w 12192000"/>
              <a:gd name="connsiteY84" fmla="*/ 534656 h 3429000"/>
              <a:gd name="connsiteX85" fmla="*/ 9214208 w 12192000"/>
              <a:gd name="connsiteY85" fmla="*/ 535407 h 3429000"/>
              <a:gd name="connsiteX86" fmla="*/ 8965169 w 12192000"/>
              <a:gd name="connsiteY86" fmla="*/ 801178 h 3429000"/>
              <a:gd name="connsiteX87" fmla="*/ 8943508 w 12192000"/>
              <a:gd name="connsiteY87" fmla="*/ 934511 h 3429000"/>
              <a:gd name="connsiteX88" fmla="*/ 8796213 w 12192000"/>
              <a:gd name="connsiteY88" fmla="*/ 1254223 h 3429000"/>
              <a:gd name="connsiteX89" fmla="*/ 9038816 w 12192000"/>
              <a:gd name="connsiteY89" fmla="*/ 960317 h 3429000"/>
              <a:gd name="connsiteX90" fmla="*/ 9061921 w 12192000"/>
              <a:gd name="connsiteY90" fmla="*/ 825551 h 3429000"/>
              <a:gd name="connsiteX91" fmla="*/ 9187555 w 12192000"/>
              <a:gd name="connsiteY91" fmla="*/ 550284 h 3429000"/>
              <a:gd name="connsiteX92" fmla="*/ 9204439 w 12192000"/>
              <a:gd name="connsiteY92" fmla="*/ 551630 h 3429000"/>
              <a:gd name="connsiteX93" fmla="*/ 9172189 w 12192000"/>
              <a:gd name="connsiteY93" fmla="*/ 593742 h 3429000"/>
              <a:gd name="connsiteX94" fmla="*/ 9126904 w 12192000"/>
              <a:gd name="connsiteY94" fmla="*/ 712290 h 3429000"/>
              <a:gd name="connsiteX95" fmla="*/ 9089358 w 12192000"/>
              <a:gd name="connsiteY95" fmla="*/ 934511 h 3429000"/>
              <a:gd name="connsiteX96" fmla="*/ 8908850 w 12192000"/>
              <a:gd name="connsiteY96" fmla="*/ 1254223 h 3429000"/>
              <a:gd name="connsiteX97" fmla="*/ 9181779 w 12192000"/>
              <a:gd name="connsiteY97" fmla="*/ 983257 h 3429000"/>
              <a:gd name="connsiteX98" fmla="*/ 9223657 w 12192000"/>
              <a:gd name="connsiteY98" fmla="*/ 736663 h 3429000"/>
              <a:gd name="connsiteX99" fmla="*/ 9250801 w 12192000"/>
              <a:gd name="connsiteY99" fmla="*/ 612806 h 3429000"/>
              <a:gd name="connsiteX100" fmla="*/ 9262198 w 12192000"/>
              <a:gd name="connsiteY100" fmla="*/ 578438 h 3429000"/>
              <a:gd name="connsiteX101" fmla="*/ 9288686 w 12192000"/>
              <a:gd name="connsiteY101" fmla="*/ 611574 h 3429000"/>
              <a:gd name="connsiteX102" fmla="*/ 9320410 w 12192000"/>
              <a:gd name="connsiteY102" fmla="*/ 667846 h 3429000"/>
              <a:gd name="connsiteX103" fmla="*/ 9340627 w 12192000"/>
              <a:gd name="connsiteY103" fmla="*/ 570355 h 3429000"/>
              <a:gd name="connsiteX104" fmla="*/ 9306510 w 12192000"/>
              <a:gd name="connsiteY104" fmla="*/ 544549 h 3429000"/>
              <a:gd name="connsiteX105" fmla="*/ 9279055 w 12192000"/>
              <a:gd name="connsiteY105" fmla="*/ 538319 h 3429000"/>
              <a:gd name="connsiteX106" fmla="*/ 9280517 w 12192000"/>
              <a:gd name="connsiteY106" fmla="*/ 535051 h 3429000"/>
              <a:gd name="connsiteX107" fmla="*/ 9349291 w 12192000"/>
              <a:gd name="connsiteY107" fmla="*/ 461396 h 3429000"/>
              <a:gd name="connsiteX108" fmla="*/ 9482145 w 12192000"/>
              <a:gd name="connsiteY108" fmla="*/ 578958 h 3429000"/>
              <a:gd name="connsiteX109" fmla="*/ 9502362 w 12192000"/>
              <a:gd name="connsiteY109" fmla="*/ 481467 h 3429000"/>
              <a:gd name="connsiteX110" fmla="*/ 9412830 w 12192000"/>
              <a:gd name="connsiteY110" fmla="*/ 441324 h 3429000"/>
              <a:gd name="connsiteX111" fmla="*/ 0 w 12192000"/>
              <a:gd name="connsiteY111" fmla="*/ 0 h 3429000"/>
              <a:gd name="connsiteX112" fmla="*/ 12192000 w 12192000"/>
              <a:gd name="connsiteY112" fmla="*/ 0 h 3429000"/>
              <a:gd name="connsiteX113" fmla="*/ 12192000 w 12192000"/>
              <a:gd name="connsiteY113" fmla="*/ 810368 h 3429000"/>
              <a:gd name="connsiteX114" fmla="*/ 12192000 w 12192000"/>
              <a:gd name="connsiteY114" fmla="*/ 1858516 h 3429000"/>
              <a:gd name="connsiteX115" fmla="*/ 12192000 w 12192000"/>
              <a:gd name="connsiteY115" fmla="*/ 3429000 h 3429000"/>
              <a:gd name="connsiteX116" fmla="*/ 0 w 12192000"/>
              <a:gd name="connsiteY116" fmla="*/ 3429000 h 3429000"/>
              <a:gd name="connsiteX117" fmla="*/ 0 w 12192000"/>
              <a:gd name="connsiteY117" fmla="*/ 1858516 h 3429000"/>
              <a:gd name="connsiteX118" fmla="*/ 0 w 12192000"/>
              <a:gd name="connsiteY118" fmla="*/ 1129272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12192000" h="3429000">
                <a:moveTo>
                  <a:pt x="11202029" y="783974"/>
                </a:moveTo>
                <a:cubicBezTo>
                  <a:pt x="11261236" y="783974"/>
                  <a:pt x="11301670" y="831285"/>
                  <a:pt x="11291562" y="890066"/>
                </a:cubicBezTo>
                <a:cubicBezTo>
                  <a:pt x="11282897" y="947414"/>
                  <a:pt x="11226579" y="996159"/>
                  <a:pt x="11167372" y="996159"/>
                </a:cubicBezTo>
                <a:cubicBezTo>
                  <a:pt x="11108165" y="996159"/>
                  <a:pt x="11069175" y="947414"/>
                  <a:pt x="11077840" y="890066"/>
                </a:cubicBezTo>
                <a:cubicBezTo>
                  <a:pt x="11087948" y="831285"/>
                  <a:pt x="11142823" y="782540"/>
                  <a:pt x="11202029" y="783974"/>
                </a:cubicBezTo>
                <a:close/>
                <a:moveTo>
                  <a:pt x="10576748" y="778239"/>
                </a:moveTo>
                <a:cubicBezTo>
                  <a:pt x="10624402" y="778239"/>
                  <a:pt x="10650395" y="808346"/>
                  <a:pt x="10650395" y="854224"/>
                </a:cubicBezTo>
                <a:lnTo>
                  <a:pt x="10475663" y="854224"/>
                </a:lnTo>
                <a:cubicBezTo>
                  <a:pt x="10490104" y="811214"/>
                  <a:pt x="10530538" y="778239"/>
                  <a:pt x="10576748" y="778239"/>
                </a:cubicBezTo>
                <a:close/>
                <a:moveTo>
                  <a:pt x="9710307" y="736662"/>
                </a:moveTo>
                <a:lnTo>
                  <a:pt x="9681426" y="911571"/>
                </a:lnTo>
                <a:cubicBezTo>
                  <a:pt x="9668429" y="994725"/>
                  <a:pt x="9698755" y="1052073"/>
                  <a:pt x="9791175" y="1052073"/>
                </a:cubicBezTo>
                <a:cubicBezTo>
                  <a:pt x="9883595" y="1052073"/>
                  <a:pt x="9934138" y="994725"/>
                  <a:pt x="9947134" y="911571"/>
                </a:cubicBezTo>
                <a:lnTo>
                  <a:pt x="9976016" y="736662"/>
                </a:lnTo>
                <a:lnTo>
                  <a:pt x="9915365" y="736662"/>
                </a:lnTo>
                <a:lnTo>
                  <a:pt x="9887927" y="905837"/>
                </a:lnTo>
                <a:cubicBezTo>
                  <a:pt x="9880707" y="954582"/>
                  <a:pt x="9860490" y="997593"/>
                  <a:pt x="9801283" y="997593"/>
                </a:cubicBezTo>
                <a:cubicBezTo>
                  <a:pt x="9740633" y="997593"/>
                  <a:pt x="9734856" y="954582"/>
                  <a:pt x="9743521" y="905837"/>
                </a:cubicBezTo>
                <a:lnTo>
                  <a:pt x="9770958" y="736662"/>
                </a:lnTo>
                <a:close/>
                <a:moveTo>
                  <a:pt x="11210694" y="728060"/>
                </a:moveTo>
                <a:cubicBezTo>
                  <a:pt x="11116829" y="728060"/>
                  <a:pt x="11031629" y="798311"/>
                  <a:pt x="11017189" y="890066"/>
                </a:cubicBezTo>
                <a:cubicBezTo>
                  <a:pt x="11002748" y="981822"/>
                  <a:pt x="11064843" y="1052073"/>
                  <a:pt x="11158707" y="1052073"/>
                </a:cubicBezTo>
                <a:cubicBezTo>
                  <a:pt x="11252572" y="1052073"/>
                  <a:pt x="11337772" y="981822"/>
                  <a:pt x="11352212" y="890066"/>
                </a:cubicBezTo>
                <a:cubicBezTo>
                  <a:pt x="11368097" y="798311"/>
                  <a:pt x="11306002" y="726626"/>
                  <a:pt x="11210694" y="728060"/>
                </a:cubicBezTo>
                <a:close/>
                <a:moveTo>
                  <a:pt x="10583968" y="728060"/>
                </a:moveTo>
                <a:cubicBezTo>
                  <a:pt x="10482884" y="728060"/>
                  <a:pt x="10420789" y="799744"/>
                  <a:pt x="10404904" y="892934"/>
                </a:cubicBezTo>
                <a:cubicBezTo>
                  <a:pt x="10390463" y="983256"/>
                  <a:pt x="10438117" y="1053506"/>
                  <a:pt x="10533426" y="1053506"/>
                </a:cubicBezTo>
                <a:cubicBezTo>
                  <a:pt x="10594077" y="1053506"/>
                  <a:pt x="10654728" y="1023399"/>
                  <a:pt x="10692273" y="970353"/>
                </a:cubicBezTo>
                <a:lnTo>
                  <a:pt x="10646063" y="941679"/>
                </a:lnTo>
                <a:cubicBezTo>
                  <a:pt x="10617182" y="977521"/>
                  <a:pt x="10588300" y="1000460"/>
                  <a:pt x="10542090" y="1000460"/>
                </a:cubicBezTo>
                <a:cubicBezTo>
                  <a:pt x="10484328" y="1000460"/>
                  <a:pt x="10456890" y="950281"/>
                  <a:pt x="10464111" y="898668"/>
                </a:cubicBezTo>
                <a:lnTo>
                  <a:pt x="10702382" y="898668"/>
                </a:lnTo>
                <a:lnTo>
                  <a:pt x="10703826" y="890066"/>
                </a:lnTo>
                <a:cubicBezTo>
                  <a:pt x="10718267" y="799744"/>
                  <a:pt x="10683609" y="728060"/>
                  <a:pt x="10583968" y="728060"/>
                </a:cubicBezTo>
                <a:close/>
                <a:moveTo>
                  <a:pt x="10936321" y="726627"/>
                </a:moveTo>
                <a:cubicBezTo>
                  <a:pt x="10839568" y="726627"/>
                  <a:pt x="10754368" y="796878"/>
                  <a:pt x="10738483" y="891501"/>
                </a:cubicBezTo>
                <a:cubicBezTo>
                  <a:pt x="10722599" y="983256"/>
                  <a:pt x="10787582" y="1052073"/>
                  <a:pt x="10880002" y="1052073"/>
                </a:cubicBezTo>
                <a:cubicBezTo>
                  <a:pt x="10911772" y="1052073"/>
                  <a:pt x="10939209" y="1046339"/>
                  <a:pt x="10969534" y="1032002"/>
                </a:cubicBezTo>
                <a:lnTo>
                  <a:pt x="10981087" y="957450"/>
                </a:lnTo>
                <a:cubicBezTo>
                  <a:pt x="10953649" y="981823"/>
                  <a:pt x="10923324" y="997593"/>
                  <a:pt x="10888666" y="997593"/>
                </a:cubicBezTo>
                <a:cubicBezTo>
                  <a:pt x="10825128" y="997593"/>
                  <a:pt x="10787582" y="951715"/>
                  <a:pt x="10797690" y="888633"/>
                </a:cubicBezTo>
                <a:cubicBezTo>
                  <a:pt x="10806355" y="831286"/>
                  <a:pt x="10859785" y="781107"/>
                  <a:pt x="10918992" y="781107"/>
                </a:cubicBezTo>
                <a:cubicBezTo>
                  <a:pt x="10956538" y="781107"/>
                  <a:pt x="10982531" y="795444"/>
                  <a:pt x="11002748" y="822684"/>
                </a:cubicBezTo>
                <a:lnTo>
                  <a:pt x="11015744" y="746699"/>
                </a:lnTo>
                <a:cubicBezTo>
                  <a:pt x="10994083" y="733795"/>
                  <a:pt x="10963758" y="726627"/>
                  <a:pt x="10936321" y="726627"/>
                </a:cubicBezTo>
                <a:close/>
                <a:moveTo>
                  <a:pt x="10386131" y="726627"/>
                </a:moveTo>
                <a:cubicBezTo>
                  <a:pt x="10345697" y="726627"/>
                  <a:pt x="10311040" y="749566"/>
                  <a:pt x="10290823" y="785408"/>
                </a:cubicBezTo>
                <a:lnTo>
                  <a:pt x="10289379" y="785408"/>
                </a:lnTo>
                <a:lnTo>
                  <a:pt x="10296599" y="735229"/>
                </a:lnTo>
                <a:lnTo>
                  <a:pt x="10235948" y="735229"/>
                </a:lnTo>
                <a:lnTo>
                  <a:pt x="10186850" y="1040604"/>
                </a:lnTo>
                <a:lnTo>
                  <a:pt x="10247501" y="1040604"/>
                </a:lnTo>
                <a:lnTo>
                  <a:pt x="10272050" y="890067"/>
                </a:lnTo>
                <a:cubicBezTo>
                  <a:pt x="10280714" y="839888"/>
                  <a:pt x="10298043" y="781107"/>
                  <a:pt x="10363026" y="781107"/>
                </a:cubicBezTo>
                <a:cubicBezTo>
                  <a:pt x="10377467" y="781107"/>
                  <a:pt x="10389019" y="785408"/>
                  <a:pt x="10397684" y="794010"/>
                </a:cubicBezTo>
                <a:lnTo>
                  <a:pt x="10433786" y="740964"/>
                </a:lnTo>
                <a:cubicBezTo>
                  <a:pt x="10419345" y="732362"/>
                  <a:pt x="10403460" y="726627"/>
                  <a:pt x="10386131" y="726627"/>
                </a:cubicBezTo>
                <a:close/>
                <a:moveTo>
                  <a:pt x="9545684" y="726627"/>
                </a:moveTo>
                <a:cubicBezTo>
                  <a:pt x="9508138" y="726627"/>
                  <a:pt x="9467704" y="743831"/>
                  <a:pt x="9441711" y="776806"/>
                </a:cubicBezTo>
                <a:lnTo>
                  <a:pt x="9448931" y="736663"/>
                </a:lnTo>
                <a:lnTo>
                  <a:pt x="9388280" y="736663"/>
                </a:lnTo>
                <a:lnTo>
                  <a:pt x="9337738" y="1040604"/>
                </a:lnTo>
                <a:lnTo>
                  <a:pt x="9398389" y="1040604"/>
                </a:lnTo>
                <a:lnTo>
                  <a:pt x="9421494" y="900103"/>
                </a:lnTo>
                <a:cubicBezTo>
                  <a:pt x="9431602" y="844189"/>
                  <a:pt x="9441711" y="778240"/>
                  <a:pt x="9519691" y="778240"/>
                </a:cubicBezTo>
                <a:cubicBezTo>
                  <a:pt x="9581785" y="778240"/>
                  <a:pt x="9583230" y="814082"/>
                  <a:pt x="9574565" y="865694"/>
                </a:cubicBezTo>
                <a:lnTo>
                  <a:pt x="9545684" y="1040604"/>
                </a:lnTo>
                <a:lnTo>
                  <a:pt x="9606335" y="1040604"/>
                </a:lnTo>
                <a:lnTo>
                  <a:pt x="9635216" y="858526"/>
                </a:lnTo>
                <a:cubicBezTo>
                  <a:pt x="9646769" y="783974"/>
                  <a:pt x="9633772" y="726627"/>
                  <a:pt x="9545684" y="726627"/>
                </a:cubicBezTo>
                <a:close/>
                <a:moveTo>
                  <a:pt x="10081433" y="639172"/>
                </a:moveTo>
                <a:lnTo>
                  <a:pt x="10065548" y="736663"/>
                </a:lnTo>
                <a:lnTo>
                  <a:pt x="10033779" y="736663"/>
                </a:lnTo>
                <a:lnTo>
                  <a:pt x="10023670" y="791143"/>
                </a:lnTo>
                <a:lnTo>
                  <a:pt x="10056884" y="791143"/>
                </a:lnTo>
                <a:lnTo>
                  <a:pt x="10016450" y="1042037"/>
                </a:lnTo>
                <a:lnTo>
                  <a:pt x="10077101" y="1042037"/>
                </a:lnTo>
                <a:lnTo>
                  <a:pt x="10117535" y="791143"/>
                </a:lnTo>
                <a:lnTo>
                  <a:pt x="10185406" y="791143"/>
                </a:lnTo>
                <a:lnTo>
                  <a:pt x="10194070" y="736663"/>
                </a:lnTo>
                <a:lnTo>
                  <a:pt x="10126199" y="736663"/>
                </a:lnTo>
                <a:lnTo>
                  <a:pt x="10142084" y="639172"/>
                </a:lnTo>
                <a:close/>
                <a:moveTo>
                  <a:pt x="9412830" y="441324"/>
                </a:moveTo>
                <a:cubicBezTo>
                  <a:pt x="9369508" y="441324"/>
                  <a:pt x="9305608" y="463904"/>
                  <a:pt x="9248748" y="509065"/>
                </a:cubicBezTo>
                <a:lnTo>
                  <a:pt x="9221284" y="534656"/>
                </a:lnTo>
                <a:lnTo>
                  <a:pt x="9214208" y="535407"/>
                </a:lnTo>
                <a:cubicBezTo>
                  <a:pt x="9124377" y="554204"/>
                  <a:pt x="8991703" y="643115"/>
                  <a:pt x="8965169" y="801178"/>
                </a:cubicBezTo>
                <a:lnTo>
                  <a:pt x="8943508" y="934511"/>
                </a:lnTo>
                <a:cubicBezTo>
                  <a:pt x="8907406" y="1150997"/>
                  <a:pt x="8888633" y="1201176"/>
                  <a:pt x="8796213" y="1254223"/>
                </a:cubicBezTo>
                <a:cubicBezTo>
                  <a:pt x="8862640" y="1242753"/>
                  <a:pt x="9002715" y="1179671"/>
                  <a:pt x="9038816" y="960317"/>
                </a:cubicBezTo>
                <a:lnTo>
                  <a:pt x="9061921" y="825551"/>
                </a:lnTo>
                <a:cubicBezTo>
                  <a:pt x="9096579" y="623402"/>
                  <a:pt x="9137013" y="581825"/>
                  <a:pt x="9187555" y="550284"/>
                </a:cubicBezTo>
                <a:lnTo>
                  <a:pt x="9204439" y="551630"/>
                </a:lnTo>
                <a:lnTo>
                  <a:pt x="9172189" y="593742"/>
                </a:lnTo>
                <a:cubicBezTo>
                  <a:pt x="9150731" y="627613"/>
                  <a:pt x="9134486" y="667129"/>
                  <a:pt x="9126904" y="712290"/>
                </a:cubicBezTo>
                <a:lnTo>
                  <a:pt x="9089358" y="934511"/>
                </a:lnTo>
                <a:cubicBezTo>
                  <a:pt x="9060477" y="1106554"/>
                  <a:pt x="9001270" y="1201177"/>
                  <a:pt x="8908850" y="1254223"/>
                </a:cubicBezTo>
                <a:cubicBezTo>
                  <a:pt x="8966613" y="1249922"/>
                  <a:pt x="9148565" y="1181105"/>
                  <a:pt x="9181779" y="983257"/>
                </a:cubicBezTo>
                <a:lnTo>
                  <a:pt x="9223657" y="736663"/>
                </a:lnTo>
                <a:cubicBezTo>
                  <a:pt x="9232321" y="686126"/>
                  <a:pt x="9241347" y="645624"/>
                  <a:pt x="9250801" y="612806"/>
                </a:cubicBezTo>
                <a:lnTo>
                  <a:pt x="9262198" y="578438"/>
                </a:lnTo>
                <a:lnTo>
                  <a:pt x="9288686" y="611574"/>
                </a:lnTo>
                <a:cubicBezTo>
                  <a:pt x="9298839" y="627255"/>
                  <a:pt x="9309218" y="645982"/>
                  <a:pt x="9320410" y="667846"/>
                </a:cubicBezTo>
                <a:lnTo>
                  <a:pt x="9340627" y="570355"/>
                </a:lnTo>
                <a:cubicBezTo>
                  <a:pt x="9332685" y="561753"/>
                  <a:pt x="9321493" y="552076"/>
                  <a:pt x="9306510" y="544549"/>
                </a:cubicBezTo>
                <a:lnTo>
                  <a:pt x="9279055" y="538319"/>
                </a:lnTo>
                <a:lnTo>
                  <a:pt x="9280517" y="535051"/>
                </a:lnTo>
                <a:cubicBezTo>
                  <a:pt x="9301275" y="495446"/>
                  <a:pt x="9324019" y="477166"/>
                  <a:pt x="9349291" y="461396"/>
                </a:cubicBezTo>
                <a:cubicBezTo>
                  <a:pt x="9405609" y="454227"/>
                  <a:pt x="9437379" y="491503"/>
                  <a:pt x="9482145" y="578958"/>
                </a:cubicBezTo>
                <a:lnTo>
                  <a:pt x="9502362" y="481467"/>
                </a:lnTo>
                <a:cubicBezTo>
                  <a:pt x="9487921" y="462829"/>
                  <a:pt x="9457596" y="441324"/>
                  <a:pt x="9412830" y="44132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810368"/>
                </a:lnTo>
                <a:lnTo>
                  <a:pt x="12192000" y="1858516"/>
                </a:lnTo>
                <a:lnTo>
                  <a:pt x="12192000" y="3429000"/>
                </a:lnTo>
                <a:lnTo>
                  <a:pt x="0" y="3429000"/>
                </a:lnTo>
                <a:lnTo>
                  <a:pt x="0" y="1858516"/>
                </a:lnTo>
                <a:lnTo>
                  <a:pt x="0" y="112927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bIns="612000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D8445225-67E8-314C-A045-CDA2DDC241E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64152" y="6171371"/>
            <a:ext cx="4727848" cy="699327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20"/>
          </p:nvPr>
        </p:nvSpPr>
        <p:spPr>
          <a:xfrm>
            <a:off x="2574486" y="1808999"/>
            <a:ext cx="1634133" cy="1904401"/>
          </a:xfrm>
          <a:prstGeom prst="roundRect">
            <a:avLst>
              <a:gd name="adj" fmla="val 8935"/>
            </a:avLst>
          </a:prstGeo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7">
            <a:extLst>
              <a:ext uri="{FF2B5EF4-FFF2-40B4-BE49-F238E27FC236}">
                <a16:creationId xmlns:a16="http://schemas.microsoft.com/office/drawing/2014/main" id="{0E799220-F9D3-484B-A2D8-994E5A3F896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369511" y="1808999"/>
            <a:ext cx="1634133" cy="1904401"/>
          </a:xfrm>
          <a:prstGeom prst="roundRect">
            <a:avLst>
              <a:gd name="adj" fmla="val 8935"/>
            </a:avLst>
          </a:prstGeo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7">
            <a:extLst>
              <a:ext uri="{FF2B5EF4-FFF2-40B4-BE49-F238E27FC236}">
                <a16:creationId xmlns:a16="http://schemas.microsoft.com/office/drawing/2014/main" id="{C2626B4A-E792-0A4E-B4D4-BC4BD98F2ED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164536" y="1808999"/>
            <a:ext cx="1634133" cy="1904401"/>
          </a:xfrm>
          <a:prstGeom prst="roundRect">
            <a:avLst>
              <a:gd name="adj" fmla="val 8935"/>
            </a:avLst>
          </a:prstGeo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7">
            <a:extLst>
              <a:ext uri="{FF2B5EF4-FFF2-40B4-BE49-F238E27FC236}">
                <a16:creationId xmlns:a16="http://schemas.microsoft.com/office/drawing/2014/main" id="{0FCF6CB7-41C4-9F49-89B9-7931AEEE8C9F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959561" y="1808999"/>
            <a:ext cx="1634133" cy="1904401"/>
          </a:xfrm>
          <a:prstGeom prst="roundRect">
            <a:avLst>
              <a:gd name="adj" fmla="val 8935"/>
            </a:avLst>
          </a:prstGeo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4"/>
          </p:nvPr>
        </p:nvSpPr>
        <p:spPr>
          <a:xfrm>
            <a:off x="2574486" y="3429000"/>
            <a:ext cx="1634132" cy="1620933"/>
          </a:xfrm>
          <a:prstGeom prst="roundRect">
            <a:avLst>
              <a:gd name="adj" fmla="val 10485"/>
            </a:avLst>
          </a:prstGeom>
          <a:solidFill>
            <a:schemeClr val="accent1"/>
          </a:solidFill>
        </p:spPr>
        <p:txBody>
          <a:bodyPr lIns="144000" tIns="108000" rIns="144000" bIns="144000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DF491F23-6FE4-7747-AD07-B0E2A8AE01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69511" y="3429000"/>
            <a:ext cx="1634132" cy="1620933"/>
          </a:xfrm>
          <a:prstGeom prst="roundRect">
            <a:avLst>
              <a:gd name="adj" fmla="val 10485"/>
            </a:avLst>
          </a:prstGeom>
          <a:solidFill>
            <a:schemeClr val="accent1"/>
          </a:solidFill>
        </p:spPr>
        <p:txBody>
          <a:bodyPr lIns="144000" tIns="108000" rIns="144000" bIns="144000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22B95DF2-3DB5-A94C-BE0A-0D784CD723A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4536" y="3429000"/>
            <a:ext cx="1634132" cy="1620933"/>
          </a:xfrm>
          <a:prstGeom prst="roundRect">
            <a:avLst>
              <a:gd name="adj" fmla="val 10485"/>
            </a:avLst>
          </a:prstGeom>
          <a:solidFill>
            <a:schemeClr val="accent1"/>
          </a:solidFill>
        </p:spPr>
        <p:txBody>
          <a:bodyPr lIns="144000" tIns="108000" rIns="144000" bIns="144000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9567D680-F1E0-844D-85B3-C1F728B7B7D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959562" y="3429000"/>
            <a:ext cx="1634132" cy="1620933"/>
          </a:xfrm>
          <a:prstGeom prst="roundRect">
            <a:avLst>
              <a:gd name="adj" fmla="val 10485"/>
            </a:avLst>
          </a:prstGeom>
          <a:solidFill>
            <a:schemeClr val="accent1"/>
          </a:solidFill>
        </p:spPr>
        <p:txBody>
          <a:bodyPr lIns="144000" tIns="108000" rIns="144000" bIns="144000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5" name="Titel 1">
            <a:extLst>
              <a:ext uri="{FF2B5EF4-FFF2-40B4-BE49-F238E27FC236}">
                <a16:creationId xmlns:a16="http://schemas.microsoft.com/office/drawing/2014/main" id="{91CFA21A-8A4C-C14B-B955-1C0F783F06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728838"/>
          </a:xfrm>
        </p:spPr>
        <p:txBody>
          <a:bodyPr wrap="none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</p:spTree>
    <p:extLst>
      <p:ext uri="{BB962C8B-B14F-4D97-AF65-F5344CB8AC3E}">
        <p14:creationId xmlns:p14="http://schemas.microsoft.com/office/powerpoint/2010/main" val="4042837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A8987653-8F1E-E247-941B-5527E67A373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64152" y="6171371"/>
            <a:ext cx="4727848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0348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CE022830-7B80-4642-BECD-B26C4DC73D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628775"/>
            <a:ext cx="12192000" cy="5229226"/>
          </a:xfrm>
          <a:custGeom>
            <a:avLst/>
            <a:gdLst>
              <a:gd name="connsiteX0" fmla="*/ 12173272 w 12173272"/>
              <a:gd name="connsiteY0" fmla="*/ 6 h 5329777"/>
              <a:gd name="connsiteX1" fmla="*/ 12173272 w 12173272"/>
              <a:gd name="connsiteY1" fmla="*/ 5329777 h 5329777"/>
              <a:gd name="connsiteX2" fmla="*/ 0 w 12173272"/>
              <a:gd name="connsiteY2" fmla="*/ 5329777 h 5329777"/>
              <a:gd name="connsiteX3" fmla="*/ 0 w 12173272"/>
              <a:gd name="connsiteY3" fmla="*/ 649080 h 5329777"/>
              <a:gd name="connsiteX4" fmla="*/ 36747 w 12173272"/>
              <a:gd name="connsiteY4" fmla="*/ 664568 h 5329777"/>
              <a:gd name="connsiteX5" fmla="*/ 3394397 w 12173272"/>
              <a:gd name="connsiteY5" fmla="*/ 1192861 h 5329777"/>
              <a:gd name="connsiteX6" fmla="*/ 9590092 w 12173272"/>
              <a:gd name="connsiteY6" fmla="*/ 247460 h 5329777"/>
              <a:gd name="connsiteX7" fmla="*/ 12173272 w 12173272"/>
              <a:gd name="connsiteY7" fmla="*/ 6 h 5329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73272" h="5329777">
                <a:moveTo>
                  <a:pt x="12173272" y="6"/>
                </a:moveTo>
                <a:lnTo>
                  <a:pt x="12173272" y="5329777"/>
                </a:lnTo>
                <a:lnTo>
                  <a:pt x="0" y="5329777"/>
                </a:lnTo>
                <a:lnTo>
                  <a:pt x="0" y="649080"/>
                </a:lnTo>
                <a:lnTo>
                  <a:pt x="36747" y="664568"/>
                </a:lnTo>
                <a:cubicBezTo>
                  <a:pt x="294913" y="770226"/>
                  <a:pt x="1449154" y="1192861"/>
                  <a:pt x="3394397" y="1192861"/>
                </a:cubicBezTo>
                <a:cubicBezTo>
                  <a:pt x="5377502" y="1192861"/>
                  <a:pt x="7534597" y="532984"/>
                  <a:pt x="9590092" y="247460"/>
                </a:cubicBezTo>
                <a:cubicBezTo>
                  <a:pt x="11404287" y="-4435"/>
                  <a:pt x="12173272" y="6"/>
                  <a:pt x="12173272" y="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Footer Placeholder 1"/>
          <p:cNvSpPr>
            <a:spLocks noGrp="1"/>
          </p:cNvSpPr>
          <p:nvPr userDrawn="1"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4" name="Tijdelijke aanduiding voor titel 1">
            <a:extLst>
              <a:ext uri="{FF2B5EF4-FFF2-40B4-BE49-F238E27FC236}">
                <a16:creationId xmlns:a16="http://schemas.microsoft.com/office/drawing/2014/main" id="{B805A98A-EE60-8A4A-AC10-5FE22EF7E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692696"/>
            <a:ext cx="10512425" cy="129644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r>
              <a:rPr lang="en-GB"/>
              <a:t>Thank you</a:t>
            </a:r>
          </a:p>
        </p:txBody>
      </p:sp>
      <p:pic>
        <p:nvPicPr>
          <p:cNvPr id="21" name="Afbeelding 6">
            <a:extLst>
              <a:ext uri="{FF2B5EF4-FFF2-40B4-BE49-F238E27FC236}">
                <a16:creationId xmlns:a16="http://schemas.microsoft.com/office/drawing/2014/main" id="{72850D79-00B8-2C43-BAFD-AA4EFCEB05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96338" y="441326"/>
            <a:ext cx="2555875" cy="818706"/>
          </a:xfrm>
          <a:prstGeom prst="rect">
            <a:avLst/>
          </a:prstGeom>
        </p:spPr>
      </p:pic>
      <p:sp>
        <p:nvSpPr>
          <p:cNvPr id="22" name="Tijdelijke aanduiding voor dianummer 5">
            <a:extLst>
              <a:ext uri="{FF2B5EF4-FFF2-40B4-BE49-F238E27FC236}">
                <a16:creationId xmlns:a16="http://schemas.microsoft.com/office/drawing/2014/main" id="{7BD98785-612D-6449-9480-6E8F47899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96000" y="5977252"/>
            <a:ext cx="6096000" cy="878843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lIns="0" tIns="251999" rIns="396000" bIns="0" rtlCol="0" anchor="ctr" anchorCtr="0"/>
          <a:lstStyle>
            <a:lvl1pPr algn="r">
              <a:defRPr sz="1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6648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el 3"/>
          <p:cNvSpPr>
            <a:spLocks noGrp="1"/>
          </p:cNvSpPr>
          <p:nvPr>
            <p:ph type="ctrTitle" idx="15" hasCustomPrompt="1"/>
          </p:nvPr>
        </p:nvSpPr>
        <p:spPr>
          <a:xfrm>
            <a:off x="720000" y="716400"/>
            <a:ext cx="3600000" cy="3603600"/>
          </a:xfrm>
          <a:solidFill>
            <a:schemeClr val="tx1">
              <a:alpha val="80000"/>
            </a:schemeClr>
          </a:solidFill>
        </p:spPr>
        <p:txBody>
          <a:bodyPr lIns="288000" tIns="288000" rIns="216000" bIns="0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bg1"/>
                </a:solidFill>
              </a:defRPr>
            </a:lvl1pPr>
          </a:lstStyle>
          <a:p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edit</a:t>
            </a:r>
            <a:endParaRPr lang="nl-NL"/>
          </a:p>
        </p:txBody>
      </p:sp>
      <p:sp>
        <p:nvSpPr>
          <p:cNvPr id="2" name="Footer Placeholder 1"/>
          <p:cNvSpPr>
            <a:spLocks noGrp="1"/>
          </p:cNvSpPr>
          <p:nvPr userDrawn="1"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5" name="Ondertitel 4"/>
          <p:cNvSpPr>
            <a:spLocks noGrp="1"/>
          </p:cNvSpPr>
          <p:nvPr>
            <p:ph type="subTitle" sz="quarter" idx="17" hasCustomPrompt="1"/>
          </p:nvPr>
        </p:nvSpPr>
        <p:spPr>
          <a:xfrm>
            <a:off x="1033200" y="3394800"/>
            <a:ext cx="3034800" cy="3600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381600" indent="-381600">
              <a:buNone/>
              <a:defRPr lang="nl-NL" sz="1800" b="1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00000"/>
              </a:lnSpc>
            </a:pPr>
            <a:r>
              <a:rPr lang="nl-NL"/>
              <a:t>Name presenter</a:t>
            </a:r>
          </a:p>
        </p:txBody>
      </p:sp>
      <p:sp>
        <p:nvSpPr>
          <p:cNvPr id="11" name="Text Placeholder 41"/>
          <p:cNvSpPr>
            <a:spLocks noGrp="1"/>
          </p:cNvSpPr>
          <p:nvPr>
            <p:ph type="body" sz="quarter" idx="12" hasCustomPrompt="1"/>
          </p:nvPr>
        </p:nvSpPr>
        <p:spPr>
          <a:xfrm>
            <a:off x="1033201" y="3746837"/>
            <a:ext cx="3034800" cy="36000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Location, Date</a:t>
            </a:r>
          </a:p>
        </p:txBody>
      </p:sp>
      <p:sp>
        <p:nvSpPr>
          <p:cNvPr id="9" name="Tijdelijke aanduiding voor inhoud 5"/>
          <p:cNvSpPr>
            <a:spLocks noGrp="1"/>
          </p:cNvSpPr>
          <p:nvPr>
            <p:ph sz="quarter" idx="18"/>
          </p:nvPr>
        </p:nvSpPr>
        <p:spPr>
          <a:xfrm>
            <a:off x="432000" y="6105600"/>
            <a:ext cx="1339200" cy="43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465485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9" name="Rectangle 8"/>
          <p:cNvSpPr/>
          <p:nvPr userDrawn="1"/>
        </p:nvSpPr>
        <p:spPr>
          <a:xfrm>
            <a:off x="720000" y="796745"/>
            <a:ext cx="1620000" cy="1617380"/>
          </a:xfrm>
          <a:prstGeom prst="rect">
            <a:avLst/>
          </a:prstGeom>
          <a:solidFill>
            <a:srgbClr val="0022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 anchorCtr="0"/>
          <a:lstStyle/>
          <a:p>
            <a:pPr algn="ctr"/>
            <a:r>
              <a:rPr lang="en-US" sz="2400" b="1"/>
              <a:t>Contents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6" hasCustomPrompt="1"/>
          </p:nvPr>
        </p:nvSpPr>
        <p:spPr>
          <a:xfrm>
            <a:off x="2556000" y="797493"/>
            <a:ext cx="8186285" cy="583534"/>
          </a:xfrm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cxnSp>
        <p:nvCxnSpPr>
          <p:cNvPr id="22" name="Straight Connector 21"/>
          <p:cNvCxnSpPr/>
          <p:nvPr userDrawn="1"/>
        </p:nvCxnSpPr>
        <p:spPr>
          <a:xfrm>
            <a:off x="2556000" y="796740"/>
            <a:ext cx="81862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 userDrawn="1"/>
        </p:nvCxnSpPr>
        <p:spPr>
          <a:xfrm>
            <a:off x="2556000" y="1381780"/>
            <a:ext cx="81862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 userDrawn="1"/>
        </p:nvCxnSpPr>
        <p:spPr>
          <a:xfrm>
            <a:off x="2556000" y="1966820"/>
            <a:ext cx="81862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 userDrawn="1"/>
        </p:nvCxnSpPr>
        <p:spPr>
          <a:xfrm>
            <a:off x="2556000" y="2551860"/>
            <a:ext cx="81862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 userDrawn="1"/>
        </p:nvCxnSpPr>
        <p:spPr>
          <a:xfrm>
            <a:off x="2556000" y="3136900"/>
            <a:ext cx="81862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 userDrawn="1"/>
        </p:nvCxnSpPr>
        <p:spPr>
          <a:xfrm>
            <a:off x="2556000" y="3721940"/>
            <a:ext cx="81862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 userDrawn="1"/>
        </p:nvCxnSpPr>
        <p:spPr>
          <a:xfrm>
            <a:off x="2556000" y="4306980"/>
            <a:ext cx="81862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 userDrawn="1"/>
        </p:nvCxnSpPr>
        <p:spPr>
          <a:xfrm>
            <a:off x="2556000" y="4892020"/>
            <a:ext cx="81862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 userDrawn="1"/>
        </p:nvCxnSpPr>
        <p:spPr>
          <a:xfrm>
            <a:off x="2556000" y="5477057"/>
            <a:ext cx="81862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2556000" y="1382533"/>
            <a:ext cx="8186285" cy="583534"/>
          </a:xfrm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63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2556000" y="1967573"/>
            <a:ext cx="8186285" cy="583534"/>
          </a:xfrm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64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2556000" y="2552613"/>
            <a:ext cx="8186285" cy="583534"/>
          </a:xfrm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6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2556000" y="3137653"/>
            <a:ext cx="8186285" cy="583534"/>
          </a:xfrm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66" name="Text Placeholder 18"/>
          <p:cNvSpPr>
            <a:spLocks noGrp="1"/>
          </p:cNvSpPr>
          <p:nvPr>
            <p:ph type="body" sz="quarter" idx="21" hasCustomPrompt="1"/>
          </p:nvPr>
        </p:nvSpPr>
        <p:spPr>
          <a:xfrm>
            <a:off x="2556000" y="3722693"/>
            <a:ext cx="8186285" cy="583534"/>
          </a:xfrm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67" name="Text Placeholder 18"/>
          <p:cNvSpPr>
            <a:spLocks noGrp="1"/>
          </p:cNvSpPr>
          <p:nvPr>
            <p:ph type="body" sz="quarter" idx="22" hasCustomPrompt="1"/>
          </p:nvPr>
        </p:nvSpPr>
        <p:spPr>
          <a:xfrm>
            <a:off x="2556000" y="4307733"/>
            <a:ext cx="8186285" cy="583534"/>
          </a:xfrm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68" name="Text Placeholder 18"/>
          <p:cNvSpPr>
            <a:spLocks noGrp="1"/>
          </p:cNvSpPr>
          <p:nvPr>
            <p:ph type="body" sz="quarter" idx="23" hasCustomPrompt="1"/>
          </p:nvPr>
        </p:nvSpPr>
        <p:spPr>
          <a:xfrm>
            <a:off x="2556000" y="4892773"/>
            <a:ext cx="8186285" cy="583534"/>
          </a:xfrm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720001" y="2637595"/>
            <a:ext cx="1620000" cy="161738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2" name="Rectangle 51"/>
          <p:cNvSpPr/>
          <p:nvPr userDrawn="1"/>
        </p:nvSpPr>
        <p:spPr>
          <a:xfrm>
            <a:off x="10156259" y="796737"/>
            <a:ext cx="586026" cy="58353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>
                <a:solidFill>
                  <a:schemeClr val="tx1"/>
                </a:solidFill>
              </a:rPr>
              <a:t>▶</a:t>
            </a:r>
          </a:p>
        </p:txBody>
      </p:sp>
      <p:sp>
        <p:nvSpPr>
          <p:cNvPr id="53" name="Rectangle 52"/>
          <p:cNvSpPr/>
          <p:nvPr userDrawn="1"/>
        </p:nvSpPr>
        <p:spPr>
          <a:xfrm>
            <a:off x="10156259" y="1383538"/>
            <a:ext cx="586026" cy="58353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>
                <a:solidFill>
                  <a:schemeClr val="tx1"/>
                </a:solidFill>
              </a:rPr>
              <a:t>▶</a:t>
            </a:r>
          </a:p>
        </p:txBody>
      </p:sp>
      <p:sp>
        <p:nvSpPr>
          <p:cNvPr id="54" name="Rectangle 53"/>
          <p:cNvSpPr/>
          <p:nvPr userDrawn="1"/>
        </p:nvSpPr>
        <p:spPr>
          <a:xfrm>
            <a:off x="10156259" y="1968915"/>
            <a:ext cx="586026" cy="58353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>
                <a:solidFill>
                  <a:schemeClr val="tx1"/>
                </a:solidFill>
              </a:rPr>
              <a:t>▶</a:t>
            </a:r>
          </a:p>
        </p:txBody>
      </p:sp>
      <p:sp>
        <p:nvSpPr>
          <p:cNvPr id="55" name="Rectangle 54"/>
          <p:cNvSpPr/>
          <p:nvPr userDrawn="1"/>
        </p:nvSpPr>
        <p:spPr>
          <a:xfrm>
            <a:off x="10156259" y="2553870"/>
            <a:ext cx="586026" cy="58353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>
                <a:solidFill>
                  <a:schemeClr val="tx1"/>
                </a:solidFill>
              </a:rPr>
              <a:t>▶</a:t>
            </a:r>
          </a:p>
        </p:txBody>
      </p:sp>
      <p:sp>
        <p:nvSpPr>
          <p:cNvPr id="56" name="Rectangle 55"/>
          <p:cNvSpPr/>
          <p:nvPr userDrawn="1"/>
        </p:nvSpPr>
        <p:spPr>
          <a:xfrm>
            <a:off x="10156259" y="3137400"/>
            <a:ext cx="586026" cy="58353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>
                <a:solidFill>
                  <a:schemeClr val="tx1"/>
                </a:solidFill>
              </a:rPr>
              <a:t>▶</a:t>
            </a:r>
          </a:p>
        </p:txBody>
      </p:sp>
      <p:sp>
        <p:nvSpPr>
          <p:cNvPr id="57" name="Rectangle 56"/>
          <p:cNvSpPr/>
          <p:nvPr userDrawn="1"/>
        </p:nvSpPr>
        <p:spPr>
          <a:xfrm>
            <a:off x="10156259" y="3724196"/>
            <a:ext cx="586026" cy="58353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>
                <a:solidFill>
                  <a:schemeClr val="tx1"/>
                </a:solidFill>
              </a:rPr>
              <a:t>▶</a:t>
            </a:r>
          </a:p>
        </p:txBody>
      </p:sp>
      <p:sp>
        <p:nvSpPr>
          <p:cNvPr id="58" name="Rectangle 57"/>
          <p:cNvSpPr/>
          <p:nvPr userDrawn="1"/>
        </p:nvSpPr>
        <p:spPr>
          <a:xfrm>
            <a:off x="10156259" y="4307726"/>
            <a:ext cx="586026" cy="58353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>
                <a:solidFill>
                  <a:schemeClr val="tx1"/>
                </a:solidFill>
              </a:rPr>
              <a:t>▶</a:t>
            </a:r>
          </a:p>
        </p:txBody>
      </p:sp>
      <p:sp>
        <p:nvSpPr>
          <p:cNvPr id="59" name="Rectangle 58"/>
          <p:cNvSpPr/>
          <p:nvPr userDrawn="1"/>
        </p:nvSpPr>
        <p:spPr>
          <a:xfrm>
            <a:off x="10156259" y="4891255"/>
            <a:ext cx="586026" cy="58353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>
                <a:solidFill>
                  <a:schemeClr val="tx1"/>
                </a:solidFill>
              </a:rPr>
              <a:t>▶</a:t>
            </a:r>
          </a:p>
        </p:txBody>
      </p:sp>
    </p:spTree>
    <p:extLst>
      <p:ext uri="{BB962C8B-B14F-4D97-AF65-F5344CB8AC3E}">
        <p14:creationId xmlns:p14="http://schemas.microsoft.com/office/powerpoint/2010/main" val="12569465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720000" y="2638579"/>
            <a:ext cx="1618525" cy="161738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2556000" y="800969"/>
            <a:ext cx="3456000" cy="3454992"/>
          </a:xfrm>
          <a:solidFill>
            <a:schemeClr val="tx1"/>
          </a:solidFill>
        </p:spPr>
        <p:txBody>
          <a:bodyPr lIns="216000" tIns="180000" rIns="216000" bIns="21600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4" name="Title 13"/>
          <p:cNvSpPr>
            <a:spLocks noGrp="1" noChangeAspect="1"/>
          </p:cNvSpPr>
          <p:nvPr>
            <p:ph type="title" hasCustomPrompt="1"/>
          </p:nvPr>
        </p:nvSpPr>
        <p:spPr>
          <a:xfrm>
            <a:off x="720000" y="800969"/>
            <a:ext cx="1620000" cy="1620000"/>
          </a:xfrm>
          <a:solidFill>
            <a:schemeClr val="tx1"/>
          </a:solidFill>
        </p:spPr>
        <p:txBody>
          <a:bodyPr anchor="ctr" anchorCtr="0">
            <a:normAutofit/>
          </a:bodyPr>
          <a:lstStyle>
            <a:lvl1pPr algn="ctr"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Nr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63426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dark blue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58052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endParaRPr lang="en-GB" sz="1800" baseline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4400" y="347896"/>
            <a:ext cx="11264400" cy="2554736"/>
          </a:xfrm>
        </p:spPr>
        <p:txBody>
          <a:bodyPr>
            <a:normAutofit/>
          </a:bodyPr>
          <a:lstStyle>
            <a:lvl1pPr>
              <a:lnSpc>
                <a:spcPts val="7200"/>
              </a:lnSpc>
              <a:defRPr sz="7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1.</a:t>
            </a:r>
            <a:br>
              <a:rPr lang="en-US"/>
            </a:br>
            <a:r>
              <a:rPr lang="en-US"/>
              <a:t>Title</a:t>
            </a:r>
            <a:endParaRPr lang="nl-NL"/>
          </a:p>
        </p:txBody>
      </p:sp>
      <p:sp>
        <p:nvSpPr>
          <p:cNvPr id="5" name="Footer Placeholder 6"/>
          <p:cNvSpPr>
            <a:spLocks noGrp="1"/>
          </p:cNvSpPr>
          <p:nvPr>
            <p:ph type="ftr" sz="quarter" idx="14"/>
          </p:nvPr>
        </p:nvSpPr>
        <p:spPr>
          <a:xfrm>
            <a:off x="3408000" y="6152400"/>
            <a:ext cx="6153600" cy="3024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0742285" y="6152400"/>
            <a:ext cx="973899" cy="302400"/>
          </a:xfrm>
        </p:spPr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7420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medium blue (option 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58052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endParaRPr lang="en-GB" sz="1800" baseline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4400" y="347896"/>
            <a:ext cx="11264400" cy="2554736"/>
          </a:xfrm>
        </p:spPr>
        <p:txBody>
          <a:bodyPr>
            <a:normAutofit/>
          </a:bodyPr>
          <a:lstStyle>
            <a:lvl1pPr>
              <a:lnSpc>
                <a:spcPts val="7200"/>
              </a:lnSpc>
              <a:defRPr sz="7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1.</a:t>
            </a:r>
            <a:br>
              <a:rPr lang="en-US"/>
            </a:br>
            <a:r>
              <a:rPr lang="en-US"/>
              <a:t>Title</a:t>
            </a:r>
            <a:endParaRPr lang="nl-NL"/>
          </a:p>
        </p:txBody>
      </p:sp>
      <p:sp>
        <p:nvSpPr>
          <p:cNvPr id="5" name="Footer Placeholder 6"/>
          <p:cNvSpPr>
            <a:spLocks noGrp="1"/>
          </p:cNvSpPr>
          <p:nvPr>
            <p:ph type="ftr" sz="quarter" idx="14"/>
          </p:nvPr>
        </p:nvSpPr>
        <p:spPr>
          <a:xfrm>
            <a:off x="3408000" y="6152400"/>
            <a:ext cx="6153600" cy="3024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0742285" y="6152400"/>
            <a:ext cx="973899" cy="302400"/>
          </a:xfrm>
        </p:spPr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5267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64399" y="284400"/>
            <a:ext cx="10277885" cy="624320"/>
          </a:xfrm>
        </p:spPr>
        <p:txBody>
          <a:bodyPr wrap="none"/>
          <a:lstStyle>
            <a:lvl1pPr algn="l"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64399" y="1252800"/>
            <a:ext cx="10277885" cy="4572000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/>
            </a:lvl1pPr>
            <a:lvl2pPr marL="381600" indent="-381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6487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75600"/>
            <a:ext cx="12192000" cy="5729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endParaRPr lang="en-GB" sz="180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64399" y="284400"/>
            <a:ext cx="10277885" cy="624320"/>
          </a:xfrm>
        </p:spPr>
        <p:txBody>
          <a:bodyPr wrap="none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64399" y="1252800"/>
            <a:ext cx="10277885" cy="4572000"/>
          </a:xfrm>
        </p:spPr>
        <p:txBody>
          <a:bodyPr lIns="36000" tIns="36000" rIns="36000" bIns="3600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1pPr>
            <a:lvl2pPr marL="381600" indent="-381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●"/>
              <a:defRPr>
                <a:solidFill>
                  <a:schemeClr val="bg1"/>
                </a:solidFill>
              </a:defRPr>
            </a:lvl2pPr>
            <a:lvl3pPr marL="763200" indent="-381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1052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1447200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12192000" cy="75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179513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medium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75600"/>
            <a:ext cx="12192000" cy="57296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endParaRPr lang="en-GB" sz="180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64399" y="284400"/>
            <a:ext cx="10277885" cy="624320"/>
          </a:xfrm>
        </p:spPr>
        <p:txBody>
          <a:bodyPr wrap="none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64399" y="1252800"/>
            <a:ext cx="10277885" cy="4572000"/>
          </a:xfrm>
        </p:spPr>
        <p:txBody>
          <a:bodyPr lIns="36000" tIns="36000" rIns="36000" bIns="3600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1pPr>
            <a:lvl2pPr marL="381600" indent="-381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●"/>
              <a:defRPr>
                <a:solidFill>
                  <a:schemeClr val="bg1"/>
                </a:solidFill>
              </a:defRPr>
            </a:lvl2pPr>
            <a:lvl3pPr marL="763200" indent="-381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1052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1447200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12192000" cy="75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335553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64399" y="284400"/>
            <a:ext cx="10277885" cy="624320"/>
          </a:xfrm>
        </p:spPr>
        <p:txBody>
          <a:bodyPr wrap="none"/>
          <a:lstStyle>
            <a:lvl1pPr algn="l"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64400" y="1252800"/>
            <a:ext cx="6052863" cy="4572000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/>
            </a:lvl1pPr>
            <a:lvl2pPr marL="381600" indent="-381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734738" y="1252344"/>
            <a:ext cx="4969327" cy="4572456"/>
          </a:xfrm>
        </p:spPr>
        <p:txBody>
          <a:bodyPr/>
          <a:lstStyle>
            <a:lvl1pPr marL="0" indent="0">
              <a:buNone/>
              <a:defRPr/>
            </a:lvl1pPr>
            <a:lvl2pPr marL="380400" indent="0">
              <a:buNone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0">
              <a:buNone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0">
              <a:buNone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0">
              <a:buFont typeface="Arial" charset="0"/>
              <a:buNone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850700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- heavy content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64399" y="284400"/>
            <a:ext cx="10277885" cy="624320"/>
          </a:xfrm>
        </p:spPr>
        <p:txBody>
          <a:bodyPr wrap="non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64399" y="1699311"/>
            <a:ext cx="6798925" cy="4243823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480800" y="1699311"/>
            <a:ext cx="4248000" cy="424382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464399" y="953810"/>
            <a:ext cx="10277885" cy="356400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Subtitle paragraph</a:t>
            </a:r>
          </a:p>
        </p:txBody>
      </p:sp>
    </p:spTree>
    <p:extLst>
      <p:ext uri="{BB962C8B-B14F-4D97-AF65-F5344CB8AC3E}">
        <p14:creationId xmlns:p14="http://schemas.microsoft.com/office/powerpoint/2010/main" val="2483850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- heavy content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64399" y="284400"/>
            <a:ext cx="10277886" cy="624320"/>
          </a:xfrm>
        </p:spPr>
        <p:txBody>
          <a:bodyPr wrap="non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64400" y="1699311"/>
            <a:ext cx="5525301" cy="4243823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207178" y="3861048"/>
            <a:ext cx="5509007" cy="2082086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464399" y="953810"/>
            <a:ext cx="10277886" cy="356400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207177" y="1699312"/>
            <a:ext cx="5509007" cy="1952470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86725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- half slide imag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64399" y="284400"/>
            <a:ext cx="5525302" cy="624320"/>
          </a:xfrm>
        </p:spPr>
        <p:txBody>
          <a:bodyPr wrap="non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64400" y="1699311"/>
            <a:ext cx="5525301" cy="4243823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464399" y="953810"/>
            <a:ext cx="5525302" cy="356400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6207178" y="73488"/>
            <a:ext cx="5984822" cy="5869646"/>
          </a:xfrm>
          <a:solidFill>
            <a:schemeClr val="bg2"/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25412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- half slide image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64399" y="284400"/>
            <a:ext cx="5525302" cy="624320"/>
          </a:xfrm>
        </p:spPr>
        <p:txBody>
          <a:bodyPr wrap="non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464399" y="953810"/>
            <a:ext cx="5525302" cy="356400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20"/>
          </p:nvPr>
        </p:nvSpPr>
        <p:spPr>
          <a:xfrm>
            <a:off x="6207178" y="73487"/>
            <a:ext cx="5984822" cy="5869645"/>
          </a:xfrm>
          <a:solidFill>
            <a:schemeClr val="bg2"/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3335787" y="3894380"/>
            <a:ext cx="2653914" cy="2048751"/>
          </a:xfrm>
          <a:solidFill>
            <a:schemeClr val="bg2"/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22"/>
          </p:nvPr>
        </p:nvSpPr>
        <p:spPr>
          <a:xfrm>
            <a:off x="464398" y="3894379"/>
            <a:ext cx="2653912" cy="2048751"/>
          </a:xfrm>
          <a:solidFill>
            <a:schemeClr val="bg2"/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3"/>
          </p:nvPr>
        </p:nvSpPr>
        <p:spPr>
          <a:xfrm>
            <a:off x="464397" y="1699312"/>
            <a:ext cx="5525303" cy="1990680"/>
          </a:xfrm>
        </p:spPr>
        <p:txBody>
          <a:bodyPr vert="horz" lIns="36000" tIns="36000" rIns="36000" bIns="36000" rtlCol="0">
            <a:noAutofit/>
          </a:bodyPr>
          <a:lstStyle>
            <a:lvl1pPr>
              <a:defRPr lang="en-US" sz="180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US" sz="1800"/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879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64399" y="284400"/>
            <a:ext cx="10277886" cy="624320"/>
          </a:xfrm>
        </p:spPr>
        <p:txBody>
          <a:bodyPr wrap="none"/>
          <a:lstStyle>
            <a:lvl1pPr algn="l"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464399" y="1684800"/>
            <a:ext cx="3614122" cy="684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16"/>
          </p:nvPr>
        </p:nvSpPr>
        <p:spPr>
          <a:xfrm>
            <a:off x="464399" y="2368800"/>
            <a:ext cx="3614122" cy="1104384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464399" y="3657600"/>
            <a:ext cx="3614122" cy="684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18"/>
          </p:nvPr>
        </p:nvSpPr>
        <p:spPr>
          <a:xfrm>
            <a:off x="464399" y="4341600"/>
            <a:ext cx="3614122" cy="1104384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nl-NL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Text Placeholder 19"/>
          <p:cNvSpPr>
            <a:spLocks noGrp="1"/>
          </p:cNvSpPr>
          <p:nvPr>
            <p:ph type="body" sz="quarter" idx="19"/>
          </p:nvPr>
        </p:nvSpPr>
        <p:spPr>
          <a:xfrm>
            <a:off x="4292917" y="1684800"/>
            <a:ext cx="3604347" cy="684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Text Placeholder 19"/>
          <p:cNvSpPr>
            <a:spLocks noGrp="1"/>
          </p:cNvSpPr>
          <p:nvPr>
            <p:ph type="body" sz="quarter" idx="20"/>
          </p:nvPr>
        </p:nvSpPr>
        <p:spPr>
          <a:xfrm>
            <a:off x="4292917" y="2368800"/>
            <a:ext cx="3604347" cy="1104384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4292917" y="3657600"/>
            <a:ext cx="3604347" cy="684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292917" y="4341600"/>
            <a:ext cx="3604347" cy="1104384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nl-NL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8111836" y="1684800"/>
            <a:ext cx="3604348" cy="684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3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8111836" y="2368800"/>
            <a:ext cx="3604348" cy="1104384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9"/>
          <p:cNvSpPr>
            <a:spLocks noGrp="1"/>
          </p:cNvSpPr>
          <p:nvPr>
            <p:ph type="body" sz="quarter" idx="25"/>
          </p:nvPr>
        </p:nvSpPr>
        <p:spPr>
          <a:xfrm>
            <a:off x="8111836" y="3657600"/>
            <a:ext cx="3604348" cy="684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8111836" y="4341600"/>
            <a:ext cx="3604348" cy="1104384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nl-NL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1" name="Text Placeholder 10"/>
          <p:cNvSpPr>
            <a:spLocks noGrp="1"/>
          </p:cNvSpPr>
          <p:nvPr>
            <p:ph type="body" sz="quarter" idx="27" hasCustomPrompt="1"/>
          </p:nvPr>
        </p:nvSpPr>
        <p:spPr>
          <a:xfrm>
            <a:off x="464399" y="953810"/>
            <a:ext cx="10277886" cy="356400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</p:spTree>
    <p:extLst>
      <p:ext uri="{BB962C8B-B14F-4D97-AF65-F5344CB8AC3E}">
        <p14:creationId xmlns:p14="http://schemas.microsoft.com/office/powerpoint/2010/main" val="24677877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xed head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5" name="Titel 1"/>
          <p:cNvSpPr>
            <a:spLocks noGrp="1"/>
          </p:cNvSpPr>
          <p:nvPr>
            <p:ph type="ctrTitle" hasCustomPrompt="1"/>
          </p:nvPr>
        </p:nvSpPr>
        <p:spPr>
          <a:xfrm>
            <a:off x="720000" y="792000"/>
            <a:ext cx="3456000" cy="3456000"/>
          </a:xfrm>
          <a:solidFill>
            <a:schemeClr val="tx1"/>
          </a:solidFill>
        </p:spPr>
        <p:txBody>
          <a:bodyPr wrap="square" lIns="216000" tIns="180000" rIns="216000" bIns="216000"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Fixed heading (statement)</a:t>
            </a:r>
          </a:p>
        </p:txBody>
      </p:sp>
    </p:spTree>
    <p:extLst>
      <p:ext uri="{BB962C8B-B14F-4D97-AF65-F5344CB8AC3E}">
        <p14:creationId xmlns:p14="http://schemas.microsoft.com/office/powerpoint/2010/main" val="31650568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xed heading 1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75600"/>
            <a:ext cx="12192000" cy="5729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endParaRPr lang="en-GB" sz="180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12192000" cy="75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Titel 1"/>
          <p:cNvSpPr>
            <a:spLocks noGrp="1"/>
          </p:cNvSpPr>
          <p:nvPr>
            <p:ph type="ctrTitle" hasCustomPrompt="1"/>
          </p:nvPr>
        </p:nvSpPr>
        <p:spPr>
          <a:xfrm>
            <a:off x="720000" y="792000"/>
            <a:ext cx="3456000" cy="3456000"/>
          </a:xfrm>
          <a:solidFill>
            <a:schemeClr val="bg1"/>
          </a:solidFill>
        </p:spPr>
        <p:txBody>
          <a:bodyPr wrap="square" lIns="216000" tIns="180000" rIns="216000" bIns="2160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Fixed heading (statement)</a:t>
            </a:r>
          </a:p>
        </p:txBody>
      </p:sp>
    </p:spTree>
    <p:extLst>
      <p:ext uri="{BB962C8B-B14F-4D97-AF65-F5344CB8AC3E}">
        <p14:creationId xmlns:p14="http://schemas.microsoft.com/office/powerpoint/2010/main" val="6508225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and call-out bo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0" y="75600"/>
            <a:ext cx="12192000" cy="5729664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64399" y="284400"/>
            <a:ext cx="10277885" cy="624320"/>
          </a:xfrm>
        </p:spPr>
        <p:txBody>
          <a:bodyPr wrap="none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8" name="Text Placeholder 3"/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464400" y="1252800"/>
            <a:ext cx="3456000" cy="3456000"/>
          </a:xfrm>
          <a:solidFill>
            <a:schemeClr val="tx1">
              <a:alpha val="80000"/>
            </a:schemeClr>
          </a:solidFill>
        </p:spPr>
        <p:txBody>
          <a:bodyPr lIns="216000" tIns="144000" rIns="216000" bIns="21600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  <a:defRPr b="1">
                <a:solidFill>
                  <a:schemeClr val="bg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None/>
              <a:defRPr sz="1800">
                <a:solidFill>
                  <a:schemeClr val="bg1"/>
                </a:solidFill>
              </a:defRPr>
            </a:lvl2pPr>
            <a:lvl3pPr marL="763200" indent="-381600"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105200"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1447200" indent="-342900">
              <a:buClr>
                <a:schemeClr val="bg1"/>
              </a:buClr>
              <a:buFont typeface="Calibri" panose="020F0502020204030204" pitchFamily="34" charset="0"/>
              <a:buChar char="−"/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/>
            </a:lvl6pPr>
          </a:lstStyle>
          <a:p>
            <a:pPr lvl="0"/>
            <a:r>
              <a:rPr lang="en-GB"/>
              <a:t>Click to add heading</a:t>
            </a:r>
          </a:p>
          <a:p>
            <a:pPr lvl="1"/>
            <a:r>
              <a:rPr lang="en-GB"/>
              <a:t>Click indent to add </a:t>
            </a:r>
            <a:r>
              <a:rPr lang="en-GB" err="1"/>
              <a:t>bodycopy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12192000" cy="75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Picture Placeholder 4"/>
          <p:cNvSpPr>
            <a:spLocks noGrp="1" noChangeAspect="1"/>
          </p:cNvSpPr>
          <p:nvPr>
            <p:ph type="pic" sz="quarter" idx="17"/>
          </p:nvPr>
        </p:nvSpPr>
        <p:spPr>
          <a:xfrm>
            <a:off x="4151784" y="3091418"/>
            <a:ext cx="1620000" cy="1617385"/>
          </a:xfrm>
          <a:noFill/>
          <a:ln w="25400">
            <a:solidFill>
              <a:schemeClr val="bg1"/>
            </a:solidFill>
            <a:miter lim="800000"/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271952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0" y="75600"/>
            <a:ext cx="12192000" cy="5729664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64399" y="284400"/>
            <a:ext cx="10277885" cy="624320"/>
          </a:xfrm>
        </p:spPr>
        <p:txBody>
          <a:bodyPr wrap="none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12192000" cy="75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5640062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slid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0" y="75600"/>
            <a:ext cx="12192000" cy="33534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64399" y="284400"/>
            <a:ext cx="10277885" cy="624320"/>
          </a:xfrm>
        </p:spPr>
        <p:txBody>
          <a:bodyPr wrap="none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12192000" cy="75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439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fac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0" y="75601"/>
            <a:ext cx="12192000" cy="33534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64399" y="284400"/>
            <a:ext cx="10277885" cy="624320"/>
          </a:xfrm>
        </p:spPr>
        <p:txBody>
          <a:bodyPr wrap="none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12192000" cy="75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20"/>
          </p:nvPr>
        </p:nvSpPr>
        <p:spPr>
          <a:xfrm>
            <a:off x="2574486" y="1809000"/>
            <a:ext cx="1634133" cy="1620000"/>
          </a:xfr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21"/>
          </p:nvPr>
        </p:nvSpPr>
        <p:spPr>
          <a:xfrm>
            <a:off x="4385998" y="1809000"/>
            <a:ext cx="1620001" cy="1620000"/>
          </a:xfr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22"/>
          </p:nvPr>
        </p:nvSpPr>
        <p:spPr>
          <a:xfrm>
            <a:off x="6184254" y="1809000"/>
            <a:ext cx="1619125" cy="1620000"/>
          </a:xfr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23"/>
          </p:nvPr>
        </p:nvSpPr>
        <p:spPr>
          <a:xfrm>
            <a:off x="7979012" y="1809000"/>
            <a:ext cx="1621747" cy="1620000"/>
          </a:xfr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4"/>
          </p:nvPr>
        </p:nvSpPr>
        <p:spPr>
          <a:xfrm>
            <a:off x="2574486" y="3429000"/>
            <a:ext cx="1634132" cy="1620933"/>
          </a:xfrm>
          <a:solidFill>
            <a:schemeClr val="tx1"/>
          </a:solidFill>
        </p:spPr>
        <p:txBody>
          <a:bodyPr lIns="144000" tIns="108000" rIns="144000" bIns="144000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4388618" y="3429000"/>
            <a:ext cx="1617381" cy="1620933"/>
          </a:xfrm>
          <a:solidFill>
            <a:schemeClr val="tx1"/>
          </a:solidFill>
        </p:spPr>
        <p:txBody>
          <a:bodyPr lIns="144000" tIns="108000" rIns="144000" bIns="144000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26"/>
          </p:nvPr>
        </p:nvSpPr>
        <p:spPr>
          <a:xfrm>
            <a:off x="6184254" y="3429000"/>
            <a:ext cx="1619125" cy="1620933"/>
          </a:xfrm>
          <a:solidFill>
            <a:schemeClr val="tx1"/>
          </a:solidFill>
        </p:spPr>
        <p:txBody>
          <a:bodyPr lIns="144000" tIns="108000" rIns="144000" bIns="144000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7"/>
          </p:nvPr>
        </p:nvSpPr>
        <p:spPr>
          <a:xfrm>
            <a:off x="7979012" y="3429000"/>
            <a:ext cx="1621747" cy="1620933"/>
          </a:xfrm>
          <a:solidFill>
            <a:schemeClr val="tx1"/>
          </a:solidFill>
        </p:spPr>
        <p:txBody>
          <a:bodyPr lIns="144000" tIns="108000" rIns="144000" bIns="144000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4102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49452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 noChangeAspect="1"/>
          </p:cNvSpPr>
          <p:nvPr>
            <p:ph type="title" hasCustomPrompt="1"/>
          </p:nvPr>
        </p:nvSpPr>
        <p:spPr>
          <a:xfrm>
            <a:off x="720000" y="717055"/>
            <a:ext cx="3600000" cy="3604093"/>
          </a:xfrm>
          <a:solidFill>
            <a:schemeClr val="tx1">
              <a:alpha val="80000"/>
            </a:schemeClr>
          </a:solidFill>
        </p:spPr>
        <p:txBody>
          <a:bodyPr lIns="288000" tIns="288000" rIns="216000" bIns="0">
            <a:noAutofit/>
          </a:bodyPr>
          <a:lstStyle>
            <a:lvl1pPr>
              <a:lnSpc>
                <a:spcPct val="80000"/>
              </a:lnSpc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Thank</a:t>
            </a:r>
            <a:br>
              <a:rPr lang="en-US"/>
            </a:br>
            <a:r>
              <a:rPr lang="en-US"/>
              <a:t>you</a:t>
            </a:r>
          </a:p>
        </p:txBody>
      </p:sp>
      <p:sp>
        <p:nvSpPr>
          <p:cNvPr id="2" name="Footer Placeholder 1"/>
          <p:cNvSpPr>
            <a:spLocks noGrp="1"/>
          </p:cNvSpPr>
          <p:nvPr userDrawn="1"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8" name="Tijdelijke aanduiding voor inhoud 5"/>
          <p:cNvSpPr>
            <a:spLocks noGrp="1"/>
          </p:cNvSpPr>
          <p:nvPr>
            <p:ph sz="quarter" idx="18"/>
          </p:nvPr>
        </p:nvSpPr>
        <p:spPr>
          <a:xfrm>
            <a:off x="432000" y="6105600"/>
            <a:ext cx="1339200" cy="43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695331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phic 33">
            <a:extLst>
              <a:ext uri="{FF2B5EF4-FFF2-40B4-BE49-F238E27FC236}">
                <a16:creationId xmlns:a16="http://schemas.microsoft.com/office/drawing/2014/main" id="{9786227B-80BB-EA4E-9B2B-D2C381FF3B7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31" name="Tijdelijke aanduiding voor titel 1">
            <a:extLst>
              <a:ext uri="{FF2B5EF4-FFF2-40B4-BE49-F238E27FC236}">
                <a16:creationId xmlns:a16="http://schemas.microsoft.com/office/drawing/2014/main" id="{4A12C4F2-D96B-FF45-96EB-DD8FB987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20688"/>
            <a:ext cx="7560468" cy="100495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endParaRPr lang="en-GB"/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4BFF9F94-FC6D-8747-BB37-C3B3D00581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2269" y="2002337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066CDEDA-2220-9947-9299-01C2EFAFF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2269" y="2650883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A7007920-763F-8043-BB72-260239EC5F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2269" y="3299429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E455E3F-F4BE-6347-8C6C-E76C842036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2269" y="3947975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083150B-F4BE-1D44-8B4C-C5D21C60DD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2269" y="4596521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244CAE14-3937-114A-967A-4446EAE5A5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2269" y="5245068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634183"/>
      </p:ext>
    </p:extLst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phic 33">
            <a:extLst>
              <a:ext uri="{FF2B5EF4-FFF2-40B4-BE49-F238E27FC236}">
                <a16:creationId xmlns:a16="http://schemas.microsoft.com/office/drawing/2014/main" id="{9786227B-80BB-EA4E-9B2B-D2C381FF3B7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31" name="Tijdelijke aanduiding voor titel 1">
            <a:extLst>
              <a:ext uri="{FF2B5EF4-FFF2-40B4-BE49-F238E27FC236}">
                <a16:creationId xmlns:a16="http://schemas.microsoft.com/office/drawing/2014/main" id="{4A12C4F2-D96B-FF45-96EB-DD8FB987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20688"/>
            <a:ext cx="7560468" cy="100495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endParaRPr lang="en-GB"/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4BFF9F94-FC6D-8747-BB37-C3B3D00581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2269" y="2002337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066CDEDA-2220-9947-9299-01C2EFAFF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2269" y="2650883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A7007920-763F-8043-BB72-260239EC5F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2269" y="3299429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E455E3F-F4BE-6347-8C6C-E76C842036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2269" y="3947975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083150B-F4BE-1D44-8B4C-C5D21C60DD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2269" y="4596521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244CAE14-3937-114A-967A-4446EAE5A5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2269" y="5245068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E54BDA7D-3681-7749-B0F0-0AAD6924029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1731" y="2002337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6F1A77A5-FF53-6541-A22F-0473A344E7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91731" y="2650883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DC01623-85D7-4245-825B-3EC9C9428B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91731" y="3299429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A4EC842-C001-4144-89A0-2F4199D20D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91731" y="3947975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314EC56C-F3E0-F944-8ED5-8FAE651C01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1731" y="4596521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71F982CC-C313-0F4D-B613-31BB5A4592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1731" y="5245068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73300611"/>
      </p:ext>
    </p:extLst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2C2A3F52-B371-A249-8245-62FE1D54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1628775"/>
            <a:ext cx="10512425" cy="41044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189A4C0-6B8D-9B4F-97D9-711B8A1232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2836333"/>
            <a:ext cx="12192000" cy="4021666"/>
          </a:xfrm>
          <a:prstGeom prst="rect">
            <a:avLst/>
          </a:prstGeom>
        </p:spPr>
      </p:pic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9E1B62F1-6F50-CB40-8C23-106780840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52213" y="6237312"/>
            <a:ext cx="839787" cy="620688"/>
          </a:xfrm>
        </p:spPr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623324"/>
      </p:ext>
    </p:extLst>
  </p:cSld>
  <p:clrMapOvr>
    <a:masterClrMapping/>
  </p:clrMapOvr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DB51E749-B850-424C-AB92-7C2F932B8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1628775"/>
            <a:ext cx="10512425" cy="41044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1BE4FA4-35F1-F344-8146-19CA3E7E2D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2836333"/>
            <a:ext cx="12192000" cy="4021666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9326E53-8E27-B44A-A687-44367AE6B7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787" y="505935"/>
            <a:ext cx="7560468" cy="1120937"/>
          </a:xfrm>
        </p:spPr>
        <p:txBody>
          <a:bodyPr lIns="36000" tIns="36000" rIns="36000" bIns="36000">
            <a:noAutofit/>
          </a:bodyPr>
          <a:lstStyle>
            <a:lvl1pPr marL="0" indent="0">
              <a:buFont typeface="Arial" panose="020B0604020202020204" pitchFamily="34" charset="0"/>
              <a:buNone/>
              <a:defRPr sz="4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Nr.</a:t>
            </a:r>
            <a:endParaRPr lang="en-NL"/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B892F52B-8FBA-5B46-BEA2-4CDFC11D03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52213" y="6237312"/>
            <a:ext cx="839787" cy="620688"/>
          </a:xfrm>
        </p:spPr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292003"/>
      </p:ext>
    </p:extLst>
  </p:cSld>
  <p:clrMapOvr>
    <a:masterClrMapping/>
  </p:clrMapOvr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7" cy="1008087"/>
          </a:xfrm>
        </p:spPr>
        <p:txBody>
          <a:bodyPr wrap="square"/>
          <a:lstStyle>
            <a:lvl1pPr algn="l"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7" y="1989138"/>
            <a:ext cx="10512425" cy="3835662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97147C5-1F2E-AA4F-935F-91B1D284EFA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84898B21-2385-7249-AE1D-5F0164D150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52213" y="6237312"/>
            <a:ext cx="839787" cy="620688"/>
          </a:xfrm>
        </p:spPr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346323"/>
      </p:ext>
    </p:extLst>
  </p:cSld>
  <p:clrMapOvr>
    <a:masterClrMapping/>
  </p:clrMapOvr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magen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9DBF49E-C520-FA4C-AF09-F6BE1B7496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16680" cy="199316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1008087"/>
          </a:xfrm>
        </p:spPr>
        <p:txBody>
          <a:bodyPr wrap="square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9787" y="2471487"/>
            <a:ext cx="10512425" cy="3353313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●"/>
              <a:defRPr sz="1800">
                <a:solidFill>
                  <a:schemeClr val="bg1"/>
                </a:solidFill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1800">
                <a:solidFill>
                  <a:schemeClr val="bg1"/>
                </a:solidFill>
              </a:defRPr>
            </a:lvl3pPr>
            <a:lvl4pPr marL="1105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1800">
                <a:solidFill>
                  <a:schemeClr val="bg1"/>
                </a:solidFill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sz="180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pic>
        <p:nvPicPr>
          <p:cNvPr id="11" name="Afbeelding 6">
            <a:extLst>
              <a:ext uri="{FF2B5EF4-FFF2-40B4-BE49-F238E27FC236}">
                <a16:creationId xmlns:a16="http://schemas.microsoft.com/office/drawing/2014/main" id="{A6725147-77B5-5B41-ACE5-8E5CACC458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3181" y="404813"/>
            <a:ext cx="179838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09370"/>
      </p:ext>
    </p:extLst>
  </p:cSld>
  <p:clrMapOvr>
    <a:masterClrMapping/>
  </p:clrMapOvr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magenta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6A7AA9B-7F74-9A48-A811-6EFF4BCBCD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16680" cy="199316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7" y="620689"/>
            <a:ext cx="7560468" cy="1008086"/>
          </a:xfrm>
        </p:spPr>
        <p:txBody>
          <a:bodyPr wrap="square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9883A4C4-39C2-1A48-A213-B07CE48ADA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9788" y="2471486"/>
            <a:ext cx="5040000" cy="3471648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582A036-73F5-504D-951F-453CA289246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12212" y="2471486"/>
            <a:ext cx="5040000" cy="3471648"/>
          </a:xfrm>
          <a:prstGeom prst="roundRect">
            <a:avLst>
              <a:gd name="adj" fmla="val 3688"/>
            </a:avLst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3" name="Afbeelding 6">
            <a:extLst>
              <a:ext uri="{FF2B5EF4-FFF2-40B4-BE49-F238E27FC236}">
                <a16:creationId xmlns:a16="http://schemas.microsoft.com/office/drawing/2014/main" id="{366F41A0-551B-D043-B804-5C46F19170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3181" y="404813"/>
            <a:ext cx="179838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306"/>
      </p:ext>
    </p:extLst>
  </p:cSld>
  <p:clrMapOvr>
    <a:masterClrMapping/>
  </p:clrMapOvr>
  <p:hf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2E769B0A-E9EB-5943-B855-A325F32A1BB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7" cy="1008086"/>
          </a:xfrm>
        </p:spPr>
        <p:txBody>
          <a:bodyPr wrap="square"/>
          <a:lstStyle>
            <a:lvl1pPr algn="l"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9" y="1989138"/>
            <a:ext cx="5040000" cy="3835662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7" hasCustomPrompt="1"/>
          </p:nvPr>
        </p:nvSpPr>
        <p:spPr>
          <a:xfrm>
            <a:off x="6306628" y="1989138"/>
            <a:ext cx="5040000" cy="383566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3804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0">
              <a:lnSpc>
                <a:spcPct val="100000"/>
              </a:lnSpc>
              <a:buFont typeface="Arial" charset="0"/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6583782"/>
      </p:ext>
    </p:extLst>
  </p:cSld>
  <p:clrMapOvr>
    <a:masterClrMapping/>
  </p:clrMapOvr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- heavy content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55D84240-28EE-7948-99D5-AE7EAB706D5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7" cy="723722"/>
          </a:xfrm>
        </p:spPr>
        <p:txBody>
          <a:bodyPr wrap="squar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8" y="1989138"/>
            <a:ext cx="5040000" cy="3953996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312212" y="1993489"/>
            <a:ext cx="5040000" cy="3949645"/>
          </a:xfrm>
          <a:prstGeom prst="roundRect">
            <a:avLst>
              <a:gd name="adj" fmla="val 2368"/>
            </a:avLst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1B380C6-263A-1B43-AB8D-F7DE47F80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1366039"/>
            <a:ext cx="7560468" cy="274663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</p:spTree>
    <p:extLst>
      <p:ext uri="{BB962C8B-B14F-4D97-AF65-F5344CB8AC3E}">
        <p14:creationId xmlns:p14="http://schemas.microsoft.com/office/powerpoint/2010/main" val="2959383989"/>
      </p:ext>
    </p:extLst>
  </p:cSld>
  <p:clrMapOvr>
    <a:masterClrMapping/>
  </p:clrMapOvr>
  <p:hf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- heavy content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C90991B3-6F09-8444-8C5B-D8B62875C30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728838"/>
          </a:xfrm>
        </p:spPr>
        <p:txBody>
          <a:bodyPr wrap="squar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8" y="1989138"/>
            <a:ext cx="5040000" cy="3953996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312212" y="3966136"/>
            <a:ext cx="5040000" cy="1980000"/>
          </a:xfrm>
          <a:prstGeom prst="roundRect">
            <a:avLst>
              <a:gd name="adj" fmla="val 4209"/>
            </a:avLst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1366039"/>
            <a:ext cx="7560468" cy="274663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12212" y="1989138"/>
            <a:ext cx="5040000" cy="1800000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144315"/>
      </p:ext>
    </p:extLst>
  </p:cSld>
  <p:clrMapOvr>
    <a:masterClrMapping/>
  </p:clrMapOvr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- half slide imag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71B8DC5-37D7-5E4A-8201-A80B8B1CBCA4}"/>
              </a:ext>
            </a:extLst>
          </p:cNvPr>
          <p:cNvSpPr/>
          <p:nvPr userDrawn="1"/>
        </p:nvSpPr>
        <p:spPr>
          <a:xfrm>
            <a:off x="8796213" y="309511"/>
            <a:ext cx="3227834" cy="944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0" name="Picture Placeholder 119">
            <a:extLst>
              <a:ext uri="{FF2B5EF4-FFF2-40B4-BE49-F238E27FC236}">
                <a16:creationId xmlns:a16="http://schemas.microsoft.com/office/drawing/2014/main" id="{B91075DC-0789-BA4B-B64B-960329635D7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12214" y="0"/>
            <a:ext cx="5880100" cy="6858000"/>
          </a:xfrm>
          <a:custGeom>
            <a:avLst/>
            <a:gdLst>
              <a:gd name="connsiteX0" fmla="*/ 5373878 w 5880100"/>
              <a:gd name="connsiteY0" fmla="*/ 647673 h 6858000"/>
              <a:gd name="connsiteX1" fmla="*/ 5436868 w 5880100"/>
              <a:gd name="connsiteY1" fmla="*/ 722847 h 6858000"/>
              <a:gd name="connsiteX2" fmla="*/ 5349494 w 5880100"/>
              <a:gd name="connsiteY2" fmla="*/ 798021 h 6858000"/>
              <a:gd name="connsiteX3" fmla="*/ 5286505 w 5880100"/>
              <a:gd name="connsiteY3" fmla="*/ 722847 h 6858000"/>
              <a:gd name="connsiteX4" fmla="*/ 5373878 w 5880100"/>
              <a:gd name="connsiteY4" fmla="*/ 647673 h 6858000"/>
              <a:gd name="connsiteX5" fmla="*/ 4933965 w 5880100"/>
              <a:gd name="connsiteY5" fmla="*/ 643608 h 6858000"/>
              <a:gd name="connsiteX6" fmla="*/ 4985779 w 5880100"/>
              <a:gd name="connsiteY6" fmla="*/ 697448 h 6858000"/>
              <a:gd name="connsiteX7" fmla="*/ 4862848 w 5880100"/>
              <a:gd name="connsiteY7" fmla="*/ 697448 h 6858000"/>
              <a:gd name="connsiteX8" fmla="*/ 4933965 w 5880100"/>
              <a:gd name="connsiteY8" fmla="*/ 643608 h 6858000"/>
              <a:gd name="connsiteX9" fmla="*/ 4324386 w 5880100"/>
              <a:gd name="connsiteY9" fmla="*/ 614148 h 6858000"/>
              <a:gd name="connsiteX10" fmla="*/ 4304067 w 5880100"/>
              <a:gd name="connsiteY10" fmla="*/ 738084 h 6858000"/>
              <a:gd name="connsiteX11" fmla="*/ 4381280 w 5880100"/>
              <a:gd name="connsiteY11" fmla="*/ 837640 h 6858000"/>
              <a:gd name="connsiteX12" fmla="*/ 4491004 w 5880100"/>
              <a:gd name="connsiteY12" fmla="*/ 738084 h 6858000"/>
              <a:gd name="connsiteX13" fmla="*/ 4511323 w 5880100"/>
              <a:gd name="connsiteY13" fmla="*/ 614148 h 6858000"/>
              <a:gd name="connsiteX14" fmla="*/ 4468652 w 5880100"/>
              <a:gd name="connsiteY14" fmla="*/ 614148 h 6858000"/>
              <a:gd name="connsiteX15" fmla="*/ 4449349 w 5880100"/>
              <a:gd name="connsiteY15" fmla="*/ 734021 h 6858000"/>
              <a:gd name="connsiteX16" fmla="*/ 4388392 w 5880100"/>
              <a:gd name="connsiteY16" fmla="*/ 799037 h 6858000"/>
              <a:gd name="connsiteX17" fmla="*/ 4347753 w 5880100"/>
              <a:gd name="connsiteY17" fmla="*/ 734021 h 6858000"/>
              <a:gd name="connsiteX18" fmla="*/ 4367057 w 5880100"/>
              <a:gd name="connsiteY18" fmla="*/ 614148 h 6858000"/>
              <a:gd name="connsiteX19" fmla="*/ 5379974 w 5880100"/>
              <a:gd name="connsiteY19" fmla="*/ 608053 h 6858000"/>
              <a:gd name="connsiteX20" fmla="*/ 5243834 w 5880100"/>
              <a:gd name="connsiteY20" fmla="*/ 722847 h 6858000"/>
              <a:gd name="connsiteX21" fmla="*/ 5343399 w 5880100"/>
              <a:gd name="connsiteY21" fmla="*/ 837640 h 6858000"/>
              <a:gd name="connsiteX22" fmla="*/ 5479538 w 5880100"/>
              <a:gd name="connsiteY22" fmla="*/ 722847 h 6858000"/>
              <a:gd name="connsiteX23" fmla="*/ 5379974 w 5880100"/>
              <a:gd name="connsiteY23" fmla="*/ 608053 h 6858000"/>
              <a:gd name="connsiteX24" fmla="*/ 4939045 w 5880100"/>
              <a:gd name="connsiteY24" fmla="*/ 608052 h 6858000"/>
              <a:gd name="connsiteX25" fmla="*/ 4813065 w 5880100"/>
              <a:gd name="connsiteY25" fmla="*/ 724878 h 6858000"/>
              <a:gd name="connsiteX26" fmla="*/ 4903487 w 5880100"/>
              <a:gd name="connsiteY26" fmla="*/ 838655 h 6858000"/>
              <a:gd name="connsiteX27" fmla="*/ 5015243 w 5880100"/>
              <a:gd name="connsiteY27" fmla="*/ 779734 h 6858000"/>
              <a:gd name="connsiteX28" fmla="*/ 4982732 w 5880100"/>
              <a:gd name="connsiteY28" fmla="*/ 759418 h 6858000"/>
              <a:gd name="connsiteX29" fmla="*/ 4909582 w 5880100"/>
              <a:gd name="connsiteY29" fmla="*/ 801068 h 6858000"/>
              <a:gd name="connsiteX30" fmla="*/ 4854720 w 5880100"/>
              <a:gd name="connsiteY30" fmla="*/ 728941 h 6858000"/>
              <a:gd name="connsiteX31" fmla="*/ 5022355 w 5880100"/>
              <a:gd name="connsiteY31" fmla="*/ 728941 h 6858000"/>
              <a:gd name="connsiteX32" fmla="*/ 5023371 w 5880100"/>
              <a:gd name="connsiteY32" fmla="*/ 722845 h 6858000"/>
              <a:gd name="connsiteX33" fmla="*/ 4939045 w 5880100"/>
              <a:gd name="connsiteY33" fmla="*/ 608052 h 6858000"/>
              <a:gd name="connsiteX34" fmla="*/ 5186940 w 5880100"/>
              <a:gd name="connsiteY34" fmla="*/ 607037 h 6858000"/>
              <a:gd name="connsiteX35" fmla="*/ 5047753 w 5880100"/>
              <a:gd name="connsiteY35" fmla="*/ 723863 h 6858000"/>
              <a:gd name="connsiteX36" fmla="*/ 5147317 w 5880100"/>
              <a:gd name="connsiteY36" fmla="*/ 837640 h 6858000"/>
              <a:gd name="connsiteX37" fmla="*/ 5210308 w 5880100"/>
              <a:gd name="connsiteY37" fmla="*/ 823418 h 6858000"/>
              <a:gd name="connsiteX38" fmla="*/ 5218436 w 5880100"/>
              <a:gd name="connsiteY38" fmla="*/ 770593 h 6858000"/>
              <a:gd name="connsiteX39" fmla="*/ 5153413 w 5880100"/>
              <a:gd name="connsiteY39" fmla="*/ 799037 h 6858000"/>
              <a:gd name="connsiteX40" fmla="*/ 5089408 w 5880100"/>
              <a:gd name="connsiteY40" fmla="*/ 721830 h 6858000"/>
              <a:gd name="connsiteX41" fmla="*/ 5174749 w 5880100"/>
              <a:gd name="connsiteY41" fmla="*/ 645640 h 6858000"/>
              <a:gd name="connsiteX42" fmla="*/ 5233675 w 5880100"/>
              <a:gd name="connsiteY42" fmla="*/ 675101 h 6858000"/>
              <a:gd name="connsiteX43" fmla="*/ 5242819 w 5880100"/>
              <a:gd name="connsiteY43" fmla="*/ 621259 h 6858000"/>
              <a:gd name="connsiteX44" fmla="*/ 5186940 w 5880100"/>
              <a:gd name="connsiteY44" fmla="*/ 607037 h 6858000"/>
              <a:gd name="connsiteX45" fmla="*/ 4799858 w 5880100"/>
              <a:gd name="connsiteY45" fmla="*/ 607037 h 6858000"/>
              <a:gd name="connsiteX46" fmla="*/ 4732805 w 5880100"/>
              <a:gd name="connsiteY46" fmla="*/ 648687 h 6858000"/>
              <a:gd name="connsiteX47" fmla="*/ 4731788 w 5880100"/>
              <a:gd name="connsiteY47" fmla="*/ 648687 h 6858000"/>
              <a:gd name="connsiteX48" fmla="*/ 4736868 w 5880100"/>
              <a:gd name="connsiteY48" fmla="*/ 613133 h 6858000"/>
              <a:gd name="connsiteX49" fmla="*/ 4694198 w 5880100"/>
              <a:gd name="connsiteY49" fmla="*/ 613133 h 6858000"/>
              <a:gd name="connsiteX50" fmla="*/ 4659655 w 5880100"/>
              <a:gd name="connsiteY50" fmla="*/ 829513 h 6858000"/>
              <a:gd name="connsiteX51" fmla="*/ 4702326 w 5880100"/>
              <a:gd name="connsiteY51" fmla="*/ 829513 h 6858000"/>
              <a:gd name="connsiteX52" fmla="*/ 4719597 w 5880100"/>
              <a:gd name="connsiteY52" fmla="*/ 722846 h 6858000"/>
              <a:gd name="connsiteX53" fmla="*/ 4783602 w 5880100"/>
              <a:gd name="connsiteY53" fmla="*/ 645640 h 6858000"/>
              <a:gd name="connsiteX54" fmla="*/ 4807986 w 5880100"/>
              <a:gd name="connsiteY54" fmla="*/ 654783 h 6858000"/>
              <a:gd name="connsiteX55" fmla="*/ 4833385 w 5880100"/>
              <a:gd name="connsiteY55" fmla="*/ 617196 h 6858000"/>
              <a:gd name="connsiteX56" fmla="*/ 4799858 w 5880100"/>
              <a:gd name="connsiteY56" fmla="*/ 607037 h 6858000"/>
              <a:gd name="connsiteX57" fmla="*/ 4208566 w 5880100"/>
              <a:gd name="connsiteY57" fmla="*/ 607037 h 6858000"/>
              <a:gd name="connsiteX58" fmla="*/ 4135417 w 5880100"/>
              <a:gd name="connsiteY58" fmla="*/ 642593 h 6858000"/>
              <a:gd name="connsiteX59" fmla="*/ 4140496 w 5880100"/>
              <a:gd name="connsiteY59" fmla="*/ 614149 h 6858000"/>
              <a:gd name="connsiteX60" fmla="*/ 4097826 w 5880100"/>
              <a:gd name="connsiteY60" fmla="*/ 614149 h 6858000"/>
              <a:gd name="connsiteX61" fmla="*/ 4062267 w 5880100"/>
              <a:gd name="connsiteY61" fmla="*/ 829513 h 6858000"/>
              <a:gd name="connsiteX62" fmla="*/ 4104938 w 5880100"/>
              <a:gd name="connsiteY62" fmla="*/ 829513 h 6858000"/>
              <a:gd name="connsiteX63" fmla="*/ 4121193 w 5880100"/>
              <a:gd name="connsiteY63" fmla="*/ 729958 h 6858000"/>
              <a:gd name="connsiteX64" fmla="*/ 4190279 w 5880100"/>
              <a:gd name="connsiteY64" fmla="*/ 643608 h 6858000"/>
              <a:gd name="connsiteX65" fmla="*/ 4228885 w 5880100"/>
              <a:gd name="connsiteY65" fmla="*/ 705577 h 6858000"/>
              <a:gd name="connsiteX66" fmla="*/ 4208566 w 5880100"/>
              <a:gd name="connsiteY66" fmla="*/ 829513 h 6858000"/>
              <a:gd name="connsiteX67" fmla="*/ 4251236 w 5880100"/>
              <a:gd name="connsiteY67" fmla="*/ 829513 h 6858000"/>
              <a:gd name="connsiteX68" fmla="*/ 4271555 w 5880100"/>
              <a:gd name="connsiteY68" fmla="*/ 700498 h 6858000"/>
              <a:gd name="connsiteX69" fmla="*/ 4208566 w 5880100"/>
              <a:gd name="connsiteY69" fmla="*/ 607037 h 6858000"/>
              <a:gd name="connsiteX70" fmla="*/ 4585489 w 5880100"/>
              <a:gd name="connsiteY70" fmla="*/ 545068 h 6858000"/>
              <a:gd name="connsiteX71" fmla="*/ 4574314 w 5880100"/>
              <a:gd name="connsiteY71" fmla="*/ 614148 h 6858000"/>
              <a:gd name="connsiteX72" fmla="*/ 4551962 w 5880100"/>
              <a:gd name="connsiteY72" fmla="*/ 614148 h 6858000"/>
              <a:gd name="connsiteX73" fmla="*/ 4544851 w 5880100"/>
              <a:gd name="connsiteY73" fmla="*/ 652751 h 6858000"/>
              <a:gd name="connsiteX74" fmla="*/ 4568218 w 5880100"/>
              <a:gd name="connsiteY74" fmla="*/ 652751 h 6858000"/>
              <a:gd name="connsiteX75" fmla="*/ 4539771 w 5880100"/>
              <a:gd name="connsiteY75" fmla="*/ 830528 h 6858000"/>
              <a:gd name="connsiteX76" fmla="*/ 4582442 w 5880100"/>
              <a:gd name="connsiteY76" fmla="*/ 830528 h 6858000"/>
              <a:gd name="connsiteX77" fmla="*/ 4610888 w 5880100"/>
              <a:gd name="connsiteY77" fmla="*/ 652751 h 6858000"/>
              <a:gd name="connsiteX78" fmla="*/ 4658639 w 5880100"/>
              <a:gd name="connsiteY78" fmla="*/ 652751 h 6858000"/>
              <a:gd name="connsiteX79" fmla="*/ 4664735 w 5880100"/>
              <a:gd name="connsiteY79" fmla="*/ 614148 h 6858000"/>
              <a:gd name="connsiteX80" fmla="*/ 4616984 w 5880100"/>
              <a:gd name="connsiteY80" fmla="*/ 614148 h 6858000"/>
              <a:gd name="connsiteX81" fmla="*/ 4628160 w 5880100"/>
              <a:gd name="connsiteY81" fmla="*/ 545068 h 6858000"/>
              <a:gd name="connsiteX82" fmla="*/ 4115098 w 5880100"/>
              <a:gd name="connsiteY82" fmla="*/ 404877 h 6858000"/>
              <a:gd name="connsiteX83" fmla="*/ 3999659 w 5880100"/>
              <a:gd name="connsiteY83" fmla="*/ 452877 h 6858000"/>
              <a:gd name="connsiteX84" fmla="*/ 3981748 w 5880100"/>
              <a:gd name="connsiteY84" fmla="*/ 472829 h 6858000"/>
              <a:gd name="connsiteX85" fmla="*/ 3946734 w 5880100"/>
              <a:gd name="connsiteY85" fmla="*/ 480290 h 6858000"/>
              <a:gd name="connsiteX86" fmla="*/ 3800149 w 5880100"/>
              <a:gd name="connsiteY86" fmla="*/ 659861 h 6858000"/>
              <a:gd name="connsiteX87" fmla="*/ 3784909 w 5880100"/>
              <a:gd name="connsiteY87" fmla="*/ 754338 h 6858000"/>
              <a:gd name="connsiteX88" fmla="*/ 3681281 w 5880100"/>
              <a:gd name="connsiteY88" fmla="*/ 980878 h 6858000"/>
              <a:gd name="connsiteX89" fmla="*/ 3851963 w 5880100"/>
              <a:gd name="connsiteY89" fmla="*/ 772624 h 6858000"/>
              <a:gd name="connsiteX90" fmla="*/ 3868219 w 5880100"/>
              <a:gd name="connsiteY90" fmla="*/ 677132 h 6858000"/>
              <a:gd name="connsiteX91" fmla="*/ 3956607 w 5880100"/>
              <a:gd name="connsiteY91" fmla="*/ 482083 h 6858000"/>
              <a:gd name="connsiteX92" fmla="*/ 3972309 w 5880100"/>
              <a:gd name="connsiteY92" fmla="*/ 483344 h 6858000"/>
              <a:gd name="connsiteX93" fmla="*/ 3945797 w 5880100"/>
              <a:gd name="connsiteY93" fmla="*/ 512877 h 6858000"/>
              <a:gd name="connsiteX94" fmla="*/ 3913937 w 5880100"/>
              <a:gd name="connsiteY94" fmla="*/ 596877 h 6858000"/>
              <a:gd name="connsiteX95" fmla="*/ 3887522 w 5880100"/>
              <a:gd name="connsiteY95" fmla="*/ 754338 h 6858000"/>
              <a:gd name="connsiteX96" fmla="*/ 3760526 w 5880100"/>
              <a:gd name="connsiteY96" fmla="*/ 980878 h 6858000"/>
              <a:gd name="connsiteX97" fmla="*/ 3952543 w 5880100"/>
              <a:gd name="connsiteY97" fmla="*/ 788877 h 6858000"/>
              <a:gd name="connsiteX98" fmla="*/ 3982007 w 5880100"/>
              <a:gd name="connsiteY98" fmla="*/ 614148 h 6858000"/>
              <a:gd name="connsiteX99" fmla="*/ 4001104 w 5880100"/>
              <a:gd name="connsiteY99" fmla="*/ 526385 h 6858000"/>
              <a:gd name="connsiteX100" fmla="*/ 4009122 w 5880100"/>
              <a:gd name="connsiteY100" fmla="*/ 502034 h 6858000"/>
              <a:gd name="connsiteX101" fmla="*/ 4027757 w 5880100"/>
              <a:gd name="connsiteY101" fmla="*/ 525512 h 6858000"/>
              <a:gd name="connsiteX102" fmla="*/ 4050076 w 5880100"/>
              <a:gd name="connsiteY102" fmla="*/ 565385 h 6858000"/>
              <a:gd name="connsiteX103" fmla="*/ 4064300 w 5880100"/>
              <a:gd name="connsiteY103" fmla="*/ 496305 h 6858000"/>
              <a:gd name="connsiteX104" fmla="*/ 4040298 w 5880100"/>
              <a:gd name="connsiteY104" fmla="*/ 478020 h 6858000"/>
              <a:gd name="connsiteX105" fmla="*/ 4020982 w 5880100"/>
              <a:gd name="connsiteY105" fmla="*/ 473605 h 6858000"/>
              <a:gd name="connsiteX106" fmla="*/ 4022010 w 5880100"/>
              <a:gd name="connsiteY106" fmla="*/ 471290 h 6858000"/>
              <a:gd name="connsiteX107" fmla="*/ 4070395 w 5880100"/>
              <a:gd name="connsiteY107" fmla="*/ 419099 h 6858000"/>
              <a:gd name="connsiteX108" fmla="*/ 4163864 w 5880100"/>
              <a:gd name="connsiteY108" fmla="*/ 502401 h 6858000"/>
              <a:gd name="connsiteX109" fmla="*/ 4178088 w 5880100"/>
              <a:gd name="connsiteY109" fmla="*/ 433321 h 6858000"/>
              <a:gd name="connsiteX110" fmla="*/ 4115098 w 5880100"/>
              <a:gd name="connsiteY110" fmla="*/ 404877 h 6858000"/>
              <a:gd name="connsiteX111" fmla="*/ 0 w 5880100"/>
              <a:gd name="connsiteY111" fmla="*/ 0 h 6858000"/>
              <a:gd name="connsiteX112" fmla="*/ 5880100 w 5880100"/>
              <a:gd name="connsiteY112" fmla="*/ 0 h 6858000"/>
              <a:gd name="connsiteX113" fmla="*/ 5880100 w 5880100"/>
              <a:gd name="connsiteY113" fmla="*/ 6858000 h 6858000"/>
              <a:gd name="connsiteX114" fmla="*/ 0 w 5880100"/>
              <a:gd name="connsiteY1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5880100" h="6858000">
                <a:moveTo>
                  <a:pt x="5373878" y="647673"/>
                </a:moveTo>
                <a:cubicBezTo>
                  <a:pt x="5415533" y="647673"/>
                  <a:pt x="5443979" y="681196"/>
                  <a:pt x="5436868" y="722847"/>
                </a:cubicBezTo>
                <a:cubicBezTo>
                  <a:pt x="5430772" y="763482"/>
                  <a:pt x="5391149" y="798021"/>
                  <a:pt x="5349494" y="798021"/>
                </a:cubicBezTo>
                <a:cubicBezTo>
                  <a:pt x="5307840" y="798021"/>
                  <a:pt x="5280409" y="763482"/>
                  <a:pt x="5286505" y="722847"/>
                </a:cubicBezTo>
                <a:cubicBezTo>
                  <a:pt x="5293617" y="681196"/>
                  <a:pt x="5332223" y="646656"/>
                  <a:pt x="5373878" y="647673"/>
                </a:cubicBezTo>
                <a:close/>
                <a:moveTo>
                  <a:pt x="4933965" y="643608"/>
                </a:moveTo>
                <a:cubicBezTo>
                  <a:pt x="4967492" y="643608"/>
                  <a:pt x="4985779" y="664941"/>
                  <a:pt x="4985779" y="697448"/>
                </a:cubicBezTo>
                <a:lnTo>
                  <a:pt x="4862848" y="697448"/>
                </a:lnTo>
                <a:cubicBezTo>
                  <a:pt x="4873007" y="666973"/>
                  <a:pt x="4901454" y="643608"/>
                  <a:pt x="4933965" y="643608"/>
                </a:cubicBezTo>
                <a:close/>
                <a:moveTo>
                  <a:pt x="4324386" y="614148"/>
                </a:moveTo>
                <a:lnTo>
                  <a:pt x="4304067" y="738084"/>
                </a:lnTo>
                <a:cubicBezTo>
                  <a:pt x="4294923" y="797005"/>
                  <a:pt x="4316259" y="837640"/>
                  <a:pt x="4381280" y="837640"/>
                </a:cubicBezTo>
                <a:cubicBezTo>
                  <a:pt x="4446302" y="837640"/>
                  <a:pt x="4481861" y="797005"/>
                  <a:pt x="4491004" y="738084"/>
                </a:cubicBezTo>
                <a:lnTo>
                  <a:pt x="4511323" y="614148"/>
                </a:lnTo>
                <a:lnTo>
                  <a:pt x="4468652" y="614148"/>
                </a:lnTo>
                <a:lnTo>
                  <a:pt x="4449349" y="734021"/>
                </a:lnTo>
                <a:cubicBezTo>
                  <a:pt x="4444270" y="768561"/>
                  <a:pt x="4430046" y="799037"/>
                  <a:pt x="4388392" y="799037"/>
                </a:cubicBezTo>
                <a:cubicBezTo>
                  <a:pt x="4345721" y="799037"/>
                  <a:pt x="4341658" y="768561"/>
                  <a:pt x="4347753" y="734021"/>
                </a:cubicBezTo>
                <a:lnTo>
                  <a:pt x="4367057" y="614148"/>
                </a:lnTo>
                <a:close/>
                <a:moveTo>
                  <a:pt x="5379974" y="608053"/>
                </a:moveTo>
                <a:cubicBezTo>
                  <a:pt x="5313936" y="608053"/>
                  <a:pt x="5253994" y="657830"/>
                  <a:pt x="5243834" y="722847"/>
                </a:cubicBezTo>
                <a:cubicBezTo>
                  <a:pt x="5233675" y="787863"/>
                  <a:pt x="5277361" y="837640"/>
                  <a:pt x="5343399" y="837640"/>
                </a:cubicBezTo>
                <a:cubicBezTo>
                  <a:pt x="5409436" y="837640"/>
                  <a:pt x="5469378" y="787863"/>
                  <a:pt x="5479538" y="722847"/>
                </a:cubicBezTo>
                <a:cubicBezTo>
                  <a:pt x="5490714" y="657830"/>
                  <a:pt x="5447028" y="607037"/>
                  <a:pt x="5379974" y="608053"/>
                </a:cubicBezTo>
                <a:close/>
                <a:moveTo>
                  <a:pt x="4939045" y="608052"/>
                </a:moveTo>
                <a:cubicBezTo>
                  <a:pt x="4867928" y="608052"/>
                  <a:pt x="4824240" y="658845"/>
                  <a:pt x="4813065" y="724878"/>
                </a:cubicBezTo>
                <a:cubicBezTo>
                  <a:pt x="4802906" y="788878"/>
                  <a:pt x="4836433" y="838655"/>
                  <a:pt x="4903487" y="838655"/>
                </a:cubicBezTo>
                <a:cubicBezTo>
                  <a:pt x="4946157" y="838655"/>
                  <a:pt x="4988828" y="817322"/>
                  <a:pt x="5015243" y="779734"/>
                </a:cubicBezTo>
                <a:lnTo>
                  <a:pt x="4982732" y="759418"/>
                </a:lnTo>
                <a:cubicBezTo>
                  <a:pt x="4962413" y="784814"/>
                  <a:pt x="4942093" y="801068"/>
                  <a:pt x="4909582" y="801068"/>
                </a:cubicBezTo>
                <a:cubicBezTo>
                  <a:pt x="4868944" y="801068"/>
                  <a:pt x="4849640" y="765512"/>
                  <a:pt x="4854720" y="728941"/>
                </a:cubicBezTo>
                <a:lnTo>
                  <a:pt x="5022355" y="728941"/>
                </a:lnTo>
                <a:lnTo>
                  <a:pt x="5023371" y="722845"/>
                </a:lnTo>
                <a:cubicBezTo>
                  <a:pt x="5033530" y="658845"/>
                  <a:pt x="5009147" y="608052"/>
                  <a:pt x="4939045" y="608052"/>
                </a:cubicBezTo>
                <a:close/>
                <a:moveTo>
                  <a:pt x="5186940" y="607037"/>
                </a:moveTo>
                <a:cubicBezTo>
                  <a:pt x="5118871" y="607037"/>
                  <a:pt x="5058928" y="656815"/>
                  <a:pt x="5047753" y="723863"/>
                </a:cubicBezTo>
                <a:cubicBezTo>
                  <a:pt x="5036577" y="788878"/>
                  <a:pt x="5082296" y="837640"/>
                  <a:pt x="5147317" y="837640"/>
                </a:cubicBezTo>
                <a:cubicBezTo>
                  <a:pt x="5169669" y="837640"/>
                  <a:pt x="5188972" y="833577"/>
                  <a:pt x="5210308" y="823418"/>
                </a:cubicBezTo>
                <a:lnTo>
                  <a:pt x="5218436" y="770593"/>
                </a:lnTo>
                <a:cubicBezTo>
                  <a:pt x="5199132" y="787863"/>
                  <a:pt x="5177797" y="799037"/>
                  <a:pt x="5153413" y="799037"/>
                </a:cubicBezTo>
                <a:cubicBezTo>
                  <a:pt x="5108711" y="799037"/>
                  <a:pt x="5082296" y="766529"/>
                  <a:pt x="5089408" y="721830"/>
                </a:cubicBezTo>
                <a:cubicBezTo>
                  <a:pt x="5095503" y="681196"/>
                  <a:pt x="5133094" y="645640"/>
                  <a:pt x="5174749" y="645640"/>
                </a:cubicBezTo>
                <a:cubicBezTo>
                  <a:pt x="5201164" y="645640"/>
                  <a:pt x="5219452" y="655799"/>
                  <a:pt x="5233675" y="675101"/>
                </a:cubicBezTo>
                <a:lnTo>
                  <a:pt x="5242819" y="621259"/>
                </a:lnTo>
                <a:cubicBezTo>
                  <a:pt x="5227579" y="612116"/>
                  <a:pt x="5206243" y="607037"/>
                  <a:pt x="5186940" y="607037"/>
                </a:cubicBezTo>
                <a:close/>
                <a:moveTo>
                  <a:pt x="4799858" y="607037"/>
                </a:moveTo>
                <a:cubicBezTo>
                  <a:pt x="4771411" y="607037"/>
                  <a:pt x="4747028" y="623291"/>
                  <a:pt x="4732805" y="648687"/>
                </a:cubicBezTo>
                <a:lnTo>
                  <a:pt x="4731788" y="648687"/>
                </a:lnTo>
                <a:lnTo>
                  <a:pt x="4736868" y="613133"/>
                </a:lnTo>
                <a:lnTo>
                  <a:pt x="4694198" y="613133"/>
                </a:lnTo>
                <a:lnTo>
                  <a:pt x="4659655" y="829513"/>
                </a:lnTo>
                <a:lnTo>
                  <a:pt x="4702326" y="829513"/>
                </a:lnTo>
                <a:lnTo>
                  <a:pt x="4719597" y="722846"/>
                </a:lnTo>
                <a:cubicBezTo>
                  <a:pt x="4725693" y="687291"/>
                  <a:pt x="4737884" y="645640"/>
                  <a:pt x="4783602" y="645640"/>
                </a:cubicBezTo>
                <a:cubicBezTo>
                  <a:pt x="4793763" y="645640"/>
                  <a:pt x="4801891" y="648687"/>
                  <a:pt x="4807986" y="654783"/>
                </a:cubicBezTo>
                <a:lnTo>
                  <a:pt x="4833385" y="617196"/>
                </a:lnTo>
                <a:cubicBezTo>
                  <a:pt x="4823226" y="611100"/>
                  <a:pt x="4812050" y="607037"/>
                  <a:pt x="4799858" y="607037"/>
                </a:cubicBezTo>
                <a:close/>
                <a:moveTo>
                  <a:pt x="4208566" y="607037"/>
                </a:moveTo>
                <a:cubicBezTo>
                  <a:pt x="4182151" y="607037"/>
                  <a:pt x="4153704" y="619227"/>
                  <a:pt x="4135417" y="642593"/>
                </a:cubicBezTo>
                <a:lnTo>
                  <a:pt x="4140496" y="614149"/>
                </a:lnTo>
                <a:lnTo>
                  <a:pt x="4097826" y="614149"/>
                </a:lnTo>
                <a:lnTo>
                  <a:pt x="4062267" y="829513"/>
                </a:lnTo>
                <a:lnTo>
                  <a:pt x="4104938" y="829513"/>
                </a:lnTo>
                <a:lnTo>
                  <a:pt x="4121193" y="729958"/>
                </a:lnTo>
                <a:cubicBezTo>
                  <a:pt x="4128305" y="690339"/>
                  <a:pt x="4135417" y="643608"/>
                  <a:pt x="4190279" y="643608"/>
                </a:cubicBezTo>
                <a:cubicBezTo>
                  <a:pt x="4233965" y="643608"/>
                  <a:pt x="4234981" y="669005"/>
                  <a:pt x="4228885" y="705577"/>
                </a:cubicBezTo>
                <a:lnTo>
                  <a:pt x="4208566" y="829513"/>
                </a:lnTo>
                <a:lnTo>
                  <a:pt x="4251236" y="829513"/>
                </a:lnTo>
                <a:lnTo>
                  <a:pt x="4271555" y="700498"/>
                </a:lnTo>
                <a:cubicBezTo>
                  <a:pt x="4279683" y="647672"/>
                  <a:pt x="4270539" y="607037"/>
                  <a:pt x="4208566" y="607037"/>
                </a:cubicBezTo>
                <a:close/>
                <a:moveTo>
                  <a:pt x="4585489" y="545068"/>
                </a:moveTo>
                <a:lnTo>
                  <a:pt x="4574314" y="614148"/>
                </a:lnTo>
                <a:lnTo>
                  <a:pt x="4551962" y="614148"/>
                </a:lnTo>
                <a:lnTo>
                  <a:pt x="4544851" y="652751"/>
                </a:lnTo>
                <a:lnTo>
                  <a:pt x="4568218" y="652751"/>
                </a:lnTo>
                <a:lnTo>
                  <a:pt x="4539771" y="830528"/>
                </a:lnTo>
                <a:lnTo>
                  <a:pt x="4582442" y="830528"/>
                </a:lnTo>
                <a:lnTo>
                  <a:pt x="4610888" y="652751"/>
                </a:lnTo>
                <a:lnTo>
                  <a:pt x="4658639" y="652751"/>
                </a:lnTo>
                <a:lnTo>
                  <a:pt x="4664735" y="614148"/>
                </a:lnTo>
                <a:lnTo>
                  <a:pt x="4616984" y="614148"/>
                </a:lnTo>
                <a:lnTo>
                  <a:pt x="4628160" y="545068"/>
                </a:lnTo>
                <a:close/>
                <a:moveTo>
                  <a:pt x="4115098" y="404877"/>
                </a:moveTo>
                <a:cubicBezTo>
                  <a:pt x="4084619" y="404877"/>
                  <a:pt x="4039663" y="420877"/>
                  <a:pt x="3999659" y="452877"/>
                </a:cubicBezTo>
                <a:lnTo>
                  <a:pt x="3981748" y="472829"/>
                </a:lnTo>
                <a:lnTo>
                  <a:pt x="3946734" y="480290"/>
                </a:lnTo>
                <a:cubicBezTo>
                  <a:pt x="3887014" y="503861"/>
                  <a:pt x="3816150" y="563861"/>
                  <a:pt x="3800149" y="659861"/>
                </a:cubicBezTo>
                <a:lnTo>
                  <a:pt x="3784909" y="754338"/>
                </a:lnTo>
                <a:cubicBezTo>
                  <a:pt x="3759510" y="907735"/>
                  <a:pt x="3746303" y="943291"/>
                  <a:pt x="3681281" y="980878"/>
                </a:cubicBezTo>
                <a:cubicBezTo>
                  <a:pt x="3728015" y="972751"/>
                  <a:pt x="3826564" y="928053"/>
                  <a:pt x="3851963" y="772624"/>
                </a:cubicBezTo>
                <a:lnTo>
                  <a:pt x="3868219" y="677132"/>
                </a:lnTo>
                <a:cubicBezTo>
                  <a:pt x="3892602" y="533892"/>
                  <a:pt x="3921049" y="504433"/>
                  <a:pt x="3956607" y="482083"/>
                </a:cubicBezTo>
                <a:lnTo>
                  <a:pt x="3972309" y="483344"/>
                </a:lnTo>
                <a:lnTo>
                  <a:pt x="3945797" y="512877"/>
                </a:lnTo>
                <a:cubicBezTo>
                  <a:pt x="3930700" y="536877"/>
                  <a:pt x="3919271" y="564877"/>
                  <a:pt x="3913937" y="596877"/>
                </a:cubicBezTo>
                <a:lnTo>
                  <a:pt x="3887522" y="754338"/>
                </a:lnTo>
                <a:cubicBezTo>
                  <a:pt x="3867202" y="876242"/>
                  <a:pt x="3825548" y="943290"/>
                  <a:pt x="3760526" y="980878"/>
                </a:cubicBezTo>
                <a:cubicBezTo>
                  <a:pt x="3801165" y="977830"/>
                  <a:pt x="3929177" y="929068"/>
                  <a:pt x="3952543" y="788877"/>
                </a:cubicBezTo>
                <a:lnTo>
                  <a:pt x="3982007" y="614148"/>
                </a:lnTo>
                <a:cubicBezTo>
                  <a:pt x="3988103" y="578338"/>
                  <a:pt x="3994453" y="549639"/>
                  <a:pt x="4001104" y="526385"/>
                </a:cubicBezTo>
                <a:lnTo>
                  <a:pt x="4009122" y="502034"/>
                </a:lnTo>
                <a:lnTo>
                  <a:pt x="4027757" y="525512"/>
                </a:lnTo>
                <a:cubicBezTo>
                  <a:pt x="4034900" y="536623"/>
                  <a:pt x="4042202" y="549893"/>
                  <a:pt x="4050076" y="565385"/>
                </a:cubicBezTo>
                <a:lnTo>
                  <a:pt x="4064300" y="496305"/>
                </a:lnTo>
                <a:cubicBezTo>
                  <a:pt x="4058712" y="490210"/>
                  <a:pt x="4050838" y="483353"/>
                  <a:pt x="4040298" y="478020"/>
                </a:cubicBezTo>
                <a:lnTo>
                  <a:pt x="4020982" y="473605"/>
                </a:lnTo>
                <a:lnTo>
                  <a:pt x="4022010" y="471290"/>
                </a:lnTo>
                <a:cubicBezTo>
                  <a:pt x="4036615" y="443226"/>
                  <a:pt x="4052616" y="430274"/>
                  <a:pt x="4070395" y="419099"/>
                </a:cubicBezTo>
                <a:cubicBezTo>
                  <a:pt x="4110018" y="414020"/>
                  <a:pt x="4132369" y="440433"/>
                  <a:pt x="4163864" y="502401"/>
                </a:cubicBezTo>
                <a:lnTo>
                  <a:pt x="4178088" y="433321"/>
                </a:lnTo>
                <a:cubicBezTo>
                  <a:pt x="4167929" y="420115"/>
                  <a:pt x="4146593" y="404877"/>
                  <a:pt x="4115098" y="404877"/>
                </a:cubicBezTo>
                <a:close/>
                <a:moveTo>
                  <a:pt x="0" y="0"/>
                </a:moveTo>
                <a:lnTo>
                  <a:pt x="5880100" y="0"/>
                </a:lnTo>
                <a:lnTo>
                  <a:pt x="5880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8" y="1989138"/>
            <a:ext cx="5040000" cy="3953996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A0110617-EBBF-6844-8C49-866445C5CF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5039999" cy="728838"/>
          </a:xfrm>
        </p:spPr>
        <p:txBody>
          <a:bodyPr wrap="squar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652FDEA-9E6F-E248-A38D-8C3248EBF9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1366039"/>
            <a:ext cx="5039999" cy="274663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  <p:sp>
        <p:nvSpPr>
          <p:cNvPr id="11" name="Tijdelijke aanduiding voor dianummer 5">
            <a:extLst>
              <a:ext uri="{FF2B5EF4-FFF2-40B4-BE49-F238E27FC236}">
                <a16:creationId xmlns:a16="http://schemas.microsoft.com/office/drawing/2014/main" id="{DC6A5F06-FD62-D345-B8BB-09553DB44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36160" y="6171371"/>
            <a:ext cx="4655840" cy="684724"/>
          </a:xfrm>
          <a:prstGeom prst="rect">
            <a:avLst/>
          </a:prstGeom>
          <a:blipFill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0" tIns="54000" rIns="396000" bIns="0" rtlCol="0" anchor="ctr" anchorCtr="0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B2270DBB-E44D-F548-9F52-F3309055C9F8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56223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slide - half slide imag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02086AB-765D-8D42-8042-B9C19FF6AA70}"/>
              </a:ext>
            </a:extLst>
          </p:cNvPr>
          <p:cNvSpPr/>
          <p:nvPr userDrawn="1"/>
        </p:nvSpPr>
        <p:spPr>
          <a:xfrm>
            <a:off x="8796213" y="309511"/>
            <a:ext cx="3227834" cy="944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658237C-1BBB-D74B-AFDD-924E43C5B4C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12214" y="0"/>
            <a:ext cx="5880100" cy="6858000"/>
          </a:xfrm>
          <a:custGeom>
            <a:avLst/>
            <a:gdLst>
              <a:gd name="connsiteX0" fmla="*/ 5373878 w 5880100"/>
              <a:gd name="connsiteY0" fmla="*/ 647673 h 6858000"/>
              <a:gd name="connsiteX1" fmla="*/ 5436868 w 5880100"/>
              <a:gd name="connsiteY1" fmla="*/ 722847 h 6858000"/>
              <a:gd name="connsiteX2" fmla="*/ 5349494 w 5880100"/>
              <a:gd name="connsiteY2" fmla="*/ 798021 h 6858000"/>
              <a:gd name="connsiteX3" fmla="*/ 5286505 w 5880100"/>
              <a:gd name="connsiteY3" fmla="*/ 722847 h 6858000"/>
              <a:gd name="connsiteX4" fmla="*/ 5373878 w 5880100"/>
              <a:gd name="connsiteY4" fmla="*/ 647673 h 6858000"/>
              <a:gd name="connsiteX5" fmla="*/ 4933965 w 5880100"/>
              <a:gd name="connsiteY5" fmla="*/ 643608 h 6858000"/>
              <a:gd name="connsiteX6" fmla="*/ 4985779 w 5880100"/>
              <a:gd name="connsiteY6" fmla="*/ 697448 h 6858000"/>
              <a:gd name="connsiteX7" fmla="*/ 4862848 w 5880100"/>
              <a:gd name="connsiteY7" fmla="*/ 697448 h 6858000"/>
              <a:gd name="connsiteX8" fmla="*/ 4933965 w 5880100"/>
              <a:gd name="connsiteY8" fmla="*/ 643608 h 6858000"/>
              <a:gd name="connsiteX9" fmla="*/ 4324386 w 5880100"/>
              <a:gd name="connsiteY9" fmla="*/ 614148 h 6858000"/>
              <a:gd name="connsiteX10" fmla="*/ 4304067 w 5880100"/>
              <a:gd name="connsiteY10" fmla="*/ 738084 h 6858000"/>
              <a:gd name="connsiteX11" fmla="*/ 4381280 w 5880100"/>
              <a:gd name="connsiteY11" fmla="*/ 837640 h 6858000"/>
              <a:gd name="connsiteX12" fmla="*/ 4491004 w 5880100"/>
              <a:gd name="connsiteY12" fmla="*/ 738084 h 6858000"/>
              <a:gd name="connsiteX13" fmla="*/ 4511323 w 5880100"/>
              <a:gd name="connsiteY13" fmla="*/ 614148 h 6858000"/>
              <a:gd name="connsiteX14" fmla="*/ 4468652 w 5880100"/>
              <a:gd name="connsiteY14" fmla="*/ 614148 h 6858000"/>
              <a:gd name="connsiteX15" fmla="*/ 4449349 w 5880100"/>
              <a:gd name="connsiteY15" fmla="*/ 734021 h 6858000"/>
              <a:gd name="connsiteX16" fmla="*/ 4388392 w 5880100"/>
              <a:gd name="connsiteY16" fmla="*/ 799037 h 6858000"/>
              <a:gd name="connsiteX17" fmla="*/ 4347753 w 5880100"/>
              <a:gd name="connsiteY17" fmla="*/ 734021 h 6858000"/>
              <a:gd name="connsiteX18" fmla="*/ 4367057 w 5880100"/>
              <a:gd name="connsiteY18" fmla="*/ 614148 h 6858000"/>
              <a:gd name="connsiteX19" fmla="*/ 5379974 w 5880100"/>
              <a:gd name="connsiteY19" fmla="*/ 608053 h 6858000"/>
              <a:gd name="connsiteX20" fmla="*/ 5243834 w 5880100"/>
              <a:gd name="connsiteY20" fmla="*/ 722847 h 6858000"/>
              <a:gd name="connsiteX21" fmla="*/ 5343399 w 5880100"/>
              <a:gd name="connsiteY21" fmla="*/ 837640 h 6858000"/>
              <a:gd name="connsiteX22" fmla="*/ 5479538 w 5880100"/>
              <a:gd name="connsiteY22" fmla="*/ 722847 h 6858000"/>
              <a:gd name="connsiteX23" fmla="*/ 5379974 w 5880100"/>
              <a:gd name="connsiteY23" fmla="*/ 608053 h 6858000"/>
              <a:gd name="connsiteX24" fmla="*/ 4939045 w 5880100"/>
              <a:gd name="connsiteY24" fmla="*/ 608052 h 6858000"/>
              <a:gd name="connsiteX25" fmla="*/ 4813065 w 5880100"/>
              <a:gd name="connsiteY25" fmla="*/ 724878 h 6858000"/>
              <a:gd name="connsiteX26" fmla="*/ 4903487 w 5880100"/>
              <a:gd name="connsiteY26" fmla="*/ 838655 h 6858000"/>
              <a:gd name="connsiteX27" fmla="*/ 5015243 w 5880100"/>
              <a:gd name="connsiteY27" fmla="*/ 779734 h 6858000"/>
              <a:gd name="connsiteX28" fmla="*/ 4982732 w 5880100"/>
              <a:gd name="connsiteY28" fmla="*/ 759418 h 6858000"/>
              <a:gd name="connsiteX29" fmla="*/ 4909582 w 5880100"/>
              <a:gd name="connsiteY29" fmla="*/ 801068 h 6858000"/>
              <a:gd name="connsiteX30" fmla="*/ 4854720 w 5880100"/>
              <a:gd name="connsiteY30" fmla="*/ 728941 h 6858000"/>
              <a:gd name="connsiteX31" fmla="*/ 5022355 w 5880100"/>
              <a:gd name="connsiteY31" fmla="*/ 728941 h 6858000"/>
              <a:gd name="connsiteX32" fmla="*/ 5023371 w 5880100"/>
              <a:gd name="connsiteY32" fmla="*/ 722845 h 6858000"/>
              <a:gd name="connsiteX33" fmla="*/ 4939045 w 5880100"/>
              <a:gd name="connsiteY33" fmla="*/ 608052 h 6858000"/>
              <a:gd name="connsiteX34" fmla="*/ 5186940 w 5880100"/>
              <a:gd name="connsiteY34" fmla="*/ 607037 h 6858000"/>
              <a:gd name="connsiteX35" fmla="*/ 5047753 w 5880100"/>
              <a:gd name="connsiteY35" fmla="*/ 723863 h 6858000"/>
              <a:gd name="connsiteX36" fmla="*/ 5147317 w 5880100"/>
              <a:gd name="connsiteY36" fmla="*/ 837640 h 6858000"/>
              <a:gd name="connsiteX37" fmla="*/ 5210308 w 5880100"/>
              <a:gd name="connsiteY37" fmla="*/ 823418 h 6858000"/>
              <a:gd name="connsiteX38" fmla="*/ 5218436 w 5880100"/>
              <a:gd name="connsiteY38" fmla="*/ 770593 h 6858000"/>
              <a:gd name="connsiteX39" fmla="*/ 5153413 w 5880100"/>
              <a:gd name="connsiteY39" fmla="*/ 799037 h 6858000"/>
              <a:gd name="connsiteX40" fmla="*/ 5089408 w 5880100"/>
              <a:gd name="connsiteY40" fmla="*/ 721830 h 6858000"/>
              <a:gd name="connsiteX41" fmla="*/ 5174749 w 5880100"/>
              <a:gd name="connsiteY41" fmla="*/ 645640 h 6858000"/>
              <a:gd name="connsiteX42" fmla="*/ 5233675 w 5880100"/>
              <a:gd name="connsiteY42" fmla="*/ 675101 h 6858000"/>
              <a:gd name="connsiteX43" fmla="*/ 5242819 w 5880100"/>
              <a:gd name="connsiteY43" fmla="*/ 621259 h 6858000"/>
              <a:gd name="connsiteX44" fmla="*/ 5186940 w 5880100"/>
              <a:gd name="connsiteY44" fmla="*/ 607037 h 6858000"/>
              <a:gd name="connsiteX45" fmla="*/ 4799858 w 5880100"/>
              <a:gd name="connsiteY45" fmla="*/ 607037 h 6858000"/>
              <a:gd name="connsiteX46" fmla="*/ 4732805 w 5880100"/>
              <a:gd name="connsiteY46" fmla="*/ 648687 h 6858000"/>
              <a:gd name="connsiteX47" fmla="*/ 4731788 w 5880100"/>
              <a:gd name="connsiteY47" fmla="*/ 648687 h 6858000"/>
              <a:gd name="connsiteX48" fmla="*/ 4736868 w 5880100"/>
              <a:gd name="connsiteY48" fmla="*/ 613133 h 6858000"/>
              <a:gd name="connsiteX49" fmla="*/ 4694198 w 5880100"/>
              <a:gd name="connsiteY49" fmla="*/ 613133 h 6858000"/>
              <a:gd name="connsiteX50" fmla="*/ 4659655 w 5880100"/>
              <a:gd name="connsiteY50" fmla="*/ 829513 h 6858000"/>
              <a:gd name="connsiteX51" fmla="*/ 4702326 w 5880100"/>
              <a:gd name="connsiteY51" fmla="*/ 829513 h 6858000"/>
              <a:gd name="connsiteX52" fmla="*/ 4719597 w 5880100"/>
              <a:gd name="connsiteY52" fmla="*/ 722846 h 6858000"/>
              <a:gd name="connsiteX53" fmla="*/ 4783602 w 5880100"/>
              <a:gd name="connsiteY53" fmla="*/ 645640 h 6858000"/>
              <a:gd name="connsiteX54" fmla="*/ 4807986 w 5880100"/>
              <a:gd name="connsiteY54" fmla="*/ 654783 h 6858000"/>
              <a:gd name="connsiteX55" fmla="*/ 4833385 w 5880100"/>
              <a:gd name="connsiteY55" fmla="*/ 617196 h 6858000"/>
              <a:gd name="connsiteX56" fmla="*/ 4799858 w 5880100"/>
              <a:gd name="connsiteY56" fmla="*/ 607037 h 6858000"/>
              <a:gd name="connsiteX57" fmla="*/ 4208566 w 5880100"/>
              <a:gd name="connsiteY57" fmla="*/ 607037 h 6858000"/>
              <a:gd name="connsiteX58" fmla="*/ 4135417 w 5880100"/>
              <a:gd name="connsiteY58" fmla="*/ 642593 h 6858000"/>
              <a:gd name="connsiteX59" fmla="*/ 4140496 w 5880100"/>
              <a:gd name="connsiteY59" fmla="*/ 614149 h 6858000"/>
              <a:gd name="connsiteX60" fmla="*/ 4097826 w 5880100"/>
              <a:gd name="connsiteY60" fmla="*/ 614149 h 6858000"/>
              <a:gd name="connsiteX61" fmla="*/ 4062267 w 5880100"/>
              <a:gd name="connsiteY61" fmla="*/ 829513 h 6858000"/>
              <a:gd name="connsiteX62" fmla="*/ 4104938 w 5880100"/>
              <a:gd name="connsiteY62" fmla="*/ 829513 h 6858000"/>
              <a:gd name="connsiteX63" fmla="*/ 4121193 w 5880100"/>
              <a:gd name="connsiteY63" fmla="*/ 729958 h 6858000"/>
              <a:gd name="connsiteX64" fmla="*/ 4190279 w 5880100"/>
              <a:gd name="connsiteY64" fmla="*/ 643608 h 6858000"/>
              <a:gd name="connsiteX65" fmla="*/ 4228885 w 5880100"/>
              <a:gd name="connsiteY65" fmla="*/ 705577 h 6858000"/>
              <a:gd name="connsiteX66" fmla="*/ 4208566 w 5880100"/>
              <a:gd name="connsiteY66" fmla="*/ 829513 h 6858000"/>
              <a:gd name="connsiteX67" fmla="*/ 4251236 w 5880100"/>
              <a:gd name="connsiteY67" fmla="*/ 829513 h 6858000"/>
              <a:gd name="connsiteX68" fmla="*/ 4271555 w 5880100"/>
              <a:gd name="connsiteY68" fmla="*/ 700498 h 6858000"/>
              <a:gd name="connsiteX69" fmla="*/ 4208566 w 5880100"/>
              <a:gd name="connsiteY69" fmla="*/ 607037 h 6858000"/>
              <a:gd name="connsiteX70" fmla="*/ 4585489 w 5880100"/>
              <a:gd name="connsiteY70" fmla="*/ 545068 h 6858000"/>
              <a:gd name="connsiteX71" fmla="*/ 4574314 w 5880100"/>
              <a:gd name="connsiteY71" fmla="*/ 614148 h 6858000"/>
              <a:gd name="connsiteX72" fmla="*/ 4551962 w 5880100"/>
              <a:gd name="connsiteY72" fmla="*/ 614148 h 6858000"/>
              <a:gd name="connsiteX73" fmla="*/ 4544851 w 5880100"/>
              <a:gd name="connsiteY73" fmla="*/ 652751 h 6858000"/>
              <a:gd name="connsiteX74" fmla="*/ 4568218 w 5880100"/>
              <a:gd name="connsiteY74" fmla="*/ 652751 h 6858000"/>
              <a:gd name="connsiteX75" fmla="*/ 4539771 w 5880100"/>
              <a:gd name="connsiteY75" fmla="*/ 830528 h 6858000"/>
              <a:gd name="connsiteX76" fmla="*/ 4582442 w 5880100"/>
              <a:gd name="connsiteY76" fmla="*/ 830528 h 6858000"/>
              <a:gd name="connsiteX77" fmla="*/ 4610888 w 5880100"/>
              <a:gd name="connsiteY77" fmla="*/ 652751 h 6858000"/>
              <a:gd name="connsiteX78" fmla="*/ 4658639 w 5880100"/>
              <a:gd name="connsiteY78" fmla="*/ 652751 h 6858000"/>
              <a:gd name="connsiteX79" fmla="*/ 4664735 w 5880100"/>
              <a:gd name="connsiteY79" fmla="*/ 614148 h 6858000"/>
              <a:gd name="connsiteX80" fmla="*/ 4616984 w 5880100"/>
              <a:gd name="connsiteY80" fmla="*/ 614148 h 6858000"/>
              <a:gd name="connsiteX81" fmla="*/ 4628160 w 5880100"/>
              <a:gd name="connsiteY81" fmla="*/ 545068 h 6858000"/>
              <a:gd name="connsiteX82" fmla="*/ 4115098 w 5880100"/>
              <a:gd name="connsiteY82" fmla="*/ 404877 h 6858000"/>
              <a:gd name="connsiteX83" fmla="*/ 3999659 w 5880100"/>
              <a:gd name="connsiteY83" fmla="*/ 452877 h 6858000"/>
              <a:gd name="connsiteX84" fmla="*/ 3981748 w 5880100"/>
              <a:gd name="connsiteY84" fmla="*/ 472829 h 6858000"/>
              <a:gd name="connsiteX85" fmla="*/ 3946734 w 5880100"/>
              <a:gd name="connsiteY85" fmla="*/ 480290 h 6858000"/>
              <a:gd name="connsiteX86" fmla="*/ 3800149 w 5880100"/>
              <a:gd name="connsiteY86" fmla="*/ 659861 h 6858000"/>
              <a:gd name="connsiteX87" fmla="*/ 3784909 w 5880100"/>
              <a:gd name="connsiteY87" fmla="*/ 754338 h 6858000"/>
              <a:gd name="connsiteX88" fmla="*/ 3681281 w 5880100"/>
              <a:gd name="connsiteY88" fmla="*/ 980878 h 6858000"/>
              <a:gd name="connsiteX89" fmla="*/ 3851963 w 5880100"/>
              <a:gd name="connsiteY89" fmla="*/ 772624 h 6858000"/>
              <a:gd name="connsiteX90" fmla="*/ 3868219 w 5880100"/>
              <a:gd name="connsiteY90" fmla="*/ 677132 h 6858000"/>
              <a:gd name="connsiteX91" fmla="*/ 3956607 w 5880100"/>
              <a:gd name="connsiteY91" fmla="*/ 482083 h 6858000"/>
              <a:gd name="connsiteX92" fmla="*/ 3972309 w 5880100"/>
              <a:gd name="connsiteY92" fmla="*/ 483344 h 6858000"/>
              <a:gd name="connsiteX93" fmla="*/ 3945797 w 5880100"/>
              <a:gd name="connsiteY93" fmla="*/ 512877 h 6858000"/>
              <a:gd name="connsiteX94" fmla="*/ 3913937 w 5880100"/>
              <a:gd name="connsiteY94" fmla="*/ 596877 h 6858000"/>
              <a:gd name="connsiteX95" fmla="*/ 3887522 w 5880100"/>
              <a:gd name="connsiteY95" fmla="*/ 754338 h 6858000"/>
              <a:gd name="connsiteX96" fmla="*/ 3760526 w 5880100"/>
              <a:gd name="connsiteY96" fmla="*/ 980878 h 6858000"/>
              <a:gd name="connsiteX97" fmla="*/ 3952543 w 5880100"/>
              <a:gd name="connsiteY97" fmla="*/ 788877 h 6858000"/>
              <a:gd name="connsiteX98" fmla="*/ 3982007 w 5880100"/>
              <a:gd name="connsiteY98" fmla="*/ 614148 h 6858000"/>
              <a:gd name="connsiteX99" fmla="*/ 4001104 w 5880100"/>
              <a:gd name="connsiteY99" fmla="*/ 526385 h 6858000"/>
              <a:gd name="connsiteX100" fmla="*/ 4009122 w 5880100"/>
              <a:gd name="connsiteY100" fmla="*/ 502034 h 6858000"/>
              <a:gd name="connsiteX101" fmla="*/ 4027757 w 5880100"/>
              <a:gd name="connsiteY101" fmla="*/ 525512 h 6858000"/>
              <a:gd name="connsiteX102" fmla="*/ 4050076 w 5880100"/>
              <a:gd name="connsiteY102" fmla="*/ 565385 h 6858000"/>
              <a:gd name="connsiteX103" fmla="*/ 4064300 w 5880100"/>
              <a:gd name="connsiteY103" fmla="*/ 496305 h 6858000"/>
              <a:gd name="connsiteX104" fmla="*/ 4040298 w 5880100"/>
              <a:gd name="connsiteY104" fmla="*/ 478020 h 6858000"/>
              <a:gd name="connsiteX105" fmla="*/ 4020982 w 5880100"/>
              <a:gd name="connsiteY105" fmla="*/ 473605 h 6858000"/>
              <a:gd name="connsiteX106" fmla="*/ 4022010 w 5880100"/>
              <a:gd name="connsiteY106" fmla="*/ 471290 h 6858000"/>
              <a:gd name="connsiteX107" fmla="*/ 4070395 w 5880100"/>
              <a:gd name="connsiteY107" fmla="*/ 419099 h 6858000"/>
              <a:gd name="connsiteX108" fmla="*/ 4163864 w 5880100"/>
              <a:gd name="connsiteY108" fmla="*/ 502401 h 6858000"/>
              <a:gd name="connsiteX109" fmla="*/ 4178088 w 5880100"/>
              <a:gd name="connsiteY109" fmla="*/ 433321 h 6858000"/>
              <a:gd name="connsiteX110" fmla="*/ 4115098 w 5880100"/>
              <a:gd name="connsiteY110" fmla="*/ 404877 h 6858000"/>
              <a:gd name="connsiteX111" fmla="*/ 0 w 5880100"/>
              <a:gd name="connsiteY111" fmla="*/ 0 h 6858000"/>
              <a:gd name="connsiteX112" fmla="*/ 5880100 w 5880100"/>
              <a:gd name="connsiteY112" fmla="*/ 0 h 6858000"/>
              <a:gd name="connsiteX113" fmla="*/ 5880100 w 5880100"/>
              <a:gd name="connsiteY113" fmla="*/ 6858000 h 6858000"/>
              <a:gd name="connsiteX114" fmla="*/ 0 w 5880100"/>
              <a:gd name="connsiteY1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5880100" h="6858000">
                <a:moveTo>
                  <a:pt x="5373878" y="647673"/>
                </a:moveTo>
                <a:cubicBezTo>
                  <a:pt x="5415533" y="647673"/>
                  <a:pt x="5443979" y="681196"/>
                  <a:pt x="5436868" y="722847"/>
                </a:cubicBezTo>
                <a:cubicBezTo>
                  <a:pt x="5430772" y="763482"/>
                  <a:pt x="5391149" y="798021"/>
                  <a:pt x="5349494" y="798021"/>
                </a:cubicBezTo>
                <a:cubicBezTo>
                  <a:pt x="5307840" y="798021"/>
                  <a:pt x="5280409" y="763482"/>
                  <a:pt x="5286505" y="722847"/>
                </a:cubicBezTo>
                <a:cubicBezTo>
                  <a:pt x="5293617" y="681196"/>
                  <a:pt x="5332223" y="646656"/>
                  <a:pt x="5373878" y="647673"/>
                </a:cubicBezTo>
                <a:close/>
                <a:moveTo>
                  <a:pt x="4933965" y="643608"/>
                </a:moveTo>
                <a:cubicBezTo>
                  <a:pt x="4967492" y="643608"/>
                  <a:pt x="4985779" y="664941"/>
                  <a:pt x="4985779" y="697448"/>
                </a:cubicBezTo>
                <a:lnTo>
                  <a:pt x="4862848" y="697448"/>
                </a:lnTo>
                <a:cubicBezTo>
                  <a:pt x="4873007" y="666973"/>
                  <a:pt x="4901454" y="643608"/>
                  <a:pt x="4933965" y="643608"/>
                </a:cubicBezTo>
                <a:close/>
                <a:moveTo>
                  <a:pt x="4324386" y="614148"/>
                </a:moveTo>
                <a:lnTo>
                  <a:pt x="4304067" y="738084"/>
                </a:lnTo>
                <a:cubicBezTo>
                  <a:pt x="4294923" y="797005"/>
                  <a:pt x="4316259" y="837640"/>
                  <a:pt x="4381280" y="837640"/>
                </a:cubicBezTo>
                <a:cubicBezTo>
                  <a:pt x="4446302" y="837640"/>
                  <a:pt x="4481861" y="797005"/>
                  <a:pt x="4491004" y="738084"/>
                </a:cubicBezTo>
                <a:lnTo>
                  <a:pt x="4511323" y="614148"/>
                </a:lnTo>
                <a:lnTo>
                  <a:pt x="4468652" y="614148"/>
                </a:lnTo>
                <a:lnTo>
                  <a:pt x="4449349" y="734021"/>
                </a:lnTo>
                <a:cubicBezTo>
                  <a:pt x="4444270" y="768561"/>
                  <a:pt x="4430046" y="799037"/>
                  <a:pt x="4388392" y="799037"/>
                </a:cubicBezTo>
                <a:cubicBezTo>
                  <a:pt x="4345721" y="799037"/>
                  <a:pt x="4341658" y="768561"/>
                  <a:pt x="4347753" y="734021"/>
                </a:cubicBezTo>
                <a:lnTo>
                  <a:pt x="4367057" y="614148"/>
                </a:lnTo>
                <a:close/>
                <a:moveTo>
                  <a:pt x="5379974" y="608053"/>
                </a:moveTo>
                <a:cubicBezTo>
                  <a:pt x="5313936" y="608053"/>
                  <a:pt x="5253994" y="657830"/>
                  <a:pt x="5243834" y="722847"/>
                </a:cubicBezTo>
                <a:cubicBezTo>
                  <a:pt x="5233675" y="787863"/>
                  <a:pt x="5277361" y="837640"/>
                  <a:pt x="5343399" y="837640"/>
                </a:cubicBezTo>
                <a:cubicBezTo>
                  <a:pt x="5409436" y="837640"/>
                  <a:pt x="5469378" y="787863"/>
                  <a:pt x="5479538" y="722847"/>
                </a:cubicBezTo>
                <a:cubicBezTo>
                  <a:pt x="5490714" y="657830"/>
                  <a:pt x="5447028" y="607037"/>
                  <a:pt x="5379974" y="608053"/>
                </a:cubicBezTo>
                <a:close/>
                <a:moveTo>
                  <a:pt x="4939045" y="608052"/>
                </a:moveTo>
                <a:cubicBezTo>
                  <a:pt x="4867928" y="608052"/>
                  <a:pt x="4824240" y="658845"/>
                  <a:pt x="4813065" y="724878"/>
                </a:cubicBezTo>
                <a:cubicBezTo>
                  <a:pt x="4802906" y="788878"/>
                  <a:pt x="4836433" y="838655"/>
                  <a:pt x="4903487" y="838655"/>
                </a:cubicBezTo>
                <a:cubicBezTo>
                  <a:pt x="4946157" y="838655"/>
                  <a:pt x="4988828" y="817322"/>
                  <a:pt x="5015243" y="779734"/>
                </a:cubicBezTo>
                <a:lnTo>
                  <a:pt x="4982732" y="759418"/>
                </a:lnTo>
                <a:cubicBezTo>
                  <a:pt x="4962413" y="784814"/>
                  <a:pt x="4942093" y="801068"/>
                  <a:pt x="4909582" y="801068"/>
                </a:cubicBezTo>
                <a:cubicBezTo>
                  <a:pt x="4868944" y="801068"/>
                  <a:pt x="4849640" y="765512"/>
                  <a:pt x="4854720" y="728941"/>
                </a:cubicBezTo>
                <a:lnTo>
                  <a:pt x="5022355" y="728941"/>
                </a:lnTo>
                <a:lnTo>
                  <a:pt x="5023371" y="722845"/>
                </a:lnTo>
                <a:cubicBezTo>
                  <a:pt x="5033530" y="658845"/>
                  <a:pt x="5009147" y="608052"/>
                  <a:pt x="4939045" y="608052"/>
                </a:cubicBezTo>
                <a:close/>
                <a:moveTo>
                  <a:pt x="5186940" y="607037"/>
                </a:moveTo>
                <a:cubicBezTo>
                  <a:pt x="5118871" y="607037"/>
                  <a:pt x="5058928" y="656815"/>
                  <a:pt x="5047753" y="723863"/>
                </a:cubicBezTo>
                <a:cubicBezTo>
                  <a:pt x="5036577" y="788878"/>
                  <a:pt x="5082296" y="837640"/>
                  <a:pt x="5147317" y="837640"/>
                </a:cubicBezTo>
                <a:cubicBezTo>
                  <a:pt x="5169669" y="837640"/>
                  <a:pt x="5188972" y="833577"/>
                  <a:pt x="5210308" y="823418"/>
                </a:cubicBezTo>
                <a:lnTo>
                  <a:pt x="5218436" y="770593"/>
                </a:lnTo>
                <a:cubicBezTo>
                  <a:pt x="5199132" y="787863"/>
                  <a:pt x="5177797" y="799037"/>
                  <a:pt x="5153413" y="799037"/>
                </a:cubicBezTo>
                <a:cubicBezTo>
                  <a:pt x="5108711" y="799037"/>
                  <a:pt x="5082296" y="766529"/>
                  <a:pt x="5089408" y="721830"/>
                </a:cubicBezTo>
                <a:cubicBezTo>
                  <a:pt x="5095503" y="681196"/>
                  <a:pt x="5133094" y="645640"/>
                  <a:pt x="5174749" y="645640"/>
                </a:cubicBezTo>
                <a:cubicBezTo>
                  <a:pt x="5201164" y="645640"/>
                  <a:pt x="5219452" y="655799"/>
                  <a:pt x="5233675" y="675101"/>
                </a:cubicBezTo>
                <a:lnTo>
                  <a:pt x="5242819" y="621259"/>
                </a:lnTo>
                <a:cubicBezTo>
                  <a:pt x="5227579" y="612116"/>
                  <a:pt x="5206243" y="607037"/>
                  <a:pt x="5186940" y="607037"/>
                </a:cubicBezTo>
                <a:close/>
                <a:moveTo>
                  <a:pt x="4799858" y="607037"/>
                </a:moveTo>
                <a:cubicBezTo>
                  <a:pt x="4771411" y="607037"/>
                  <a:pt x="4747028" y="623291"/>
                  <a:pt x="4732805" y="648687"/>
                </a:cubicBezTo>
                <a:lnTo>
                  <a:pt x="4731788" y="648687"/>
                </a:lnTo>
                <a:lnTo>
                  <a:pt x="4736868" y="613133"/>
                </a:lnTo>
                <a:lnTo>
                  <a:pt x="4694198" y="613133"/>
                </a:lnTo>
                <a:lnTo>
                  <a:pt x="4659655" y="829513"/>
                </a:lnTo>
                <a:lnTo>
                  <a:pt x="4702326" y="829513"/>
                </a:lnTo>
                <a:lnTo>
                  <a:pt x="4719597" y="722846"/>
                </a:lnTo>
                <a:cubicBezTo>
                  <a:pt x="4725693" y="687291"/>
                  <a:pt x="4737884" y="645640"/>
                  <a:pt x="4783602" y="645640"/>
                </a:cubicBezTo>
                <a:cubicBezTo>
                  <a:pt x="4793763" y="645640"/>
                  <a:pt x="4801891" y="648687"/>
                  <a:pt x="4807986" y="654783"/>
                </a:cubicBezTo>
                <a:lnTo>
                  <a:pt x="4833385" y="617196"/>
                </a:lnTo>
                <a:cubicBezTo>
                  <a:pt x="4823226" y="611100"/>
                  <a:pt x="4812050" y="607037"/>
                  <a:pt x="4799858" y="607037"/>
                </a:cubicBezTo>
                <a:close/>
                <a:moveTo>
                  <a:pt x="4208566" y="607037"/>
                </a:moveTo>
                <a:cubicBezTo>
                  <a:pt x="4182151" y="607037"/>
                  <a:pt x="4153704" y="619227"/>
                  <a:pt x="4135417" y="642593"/>
                </a:cubicBezTo>
                <a:lnTo>
                  <a:pt x="4140496" y="614149"/>
                </a:lnTo>
                <a:lnTo>
                  <a:pt x="4097826" y="614149"/>
                </a:lnTo>
                <a:lnTo>
                  <a:pt x="4062267" y="829513"/>
                </a:lnTo>
                <a:lnTo>
                  <a:pt x="4104938" y="829513"/>
                </a:lnTo>
                <a:lnTo>
                  <a:pt x="4121193" y="729958"/>
                </a:lnTo>
                <a:cubicBezTo>
                  <a:pt x="4128305" y="690339"/>
                  <a:pt x="4135417" y="643608"/>
                  <a:pt x="4190279" y="643608"/>
                </a:cubicBezTo>
                <a:cubicBezTo>
                  <a:pt x="4233965" y="643608"/>
                  <a:pt x="4234981" y="669005"/>
                  <a:pt x="4228885" y="705577"/>
                </a:cubicBezTo>
                <a:lnTo>
                  <a:pt x="4208566" y="829513"/>
                </a:lnTo>
                <a:lnTo>
                  <a:pt x="4251236" y="829513"/>
                </a:lnTo>
                <a:lnTo>
                  <a:pt x="4271555" y="700498"/>
                </a:lnTo>
                <a:cubicBezTo>
                  <a:pt x="4279683" y="647672"/>
                  <a:pt x="4270539" y="607037"/>
                  <a:pt x="4208566" y="607037"/>
                </a:cubicBezTo>
                <a:close/>
                <a:moveTo>
                  <a:pt x="4585489" y="545068"/>
                </a:moveTo>
                <a:lnTo>
                  <a:pt x="4574314" y="614148"/>
                </a:lnTo>
                <a:lnTo>
                  <a:pt x="4551962" y="614148"/>
                </a:lnTo>
                <a:lnTo>
                  <a:pt x="4544851" y="652751"/>
                </a:lnTo>
                <a:lnTo>
                  <a:pt x="4568218" y="652751"/>
                </a:lnTo>
                <a:lnTo>
                  <a:pt x="4539771" y="830528"/>
                </a:lnTo>
                <a:lnTo>
                  <a:pt x="4582442" y="830528"/>
                </a:lnTo>
                <a:lnTo>
                  <a:pt x="4610888" y="652751"/>
                </a:lnTo>
                <a:lnTo>
                  <a:pt x="4658639" y="652751"/>
                </a:lnTo>
                <a:lnTo>
                  <a:pt x="4664735" y="614148"/>
                </a:lnTo>
                <a:lnTo>
                  <a:pt x="4616984" y="614148"/>
                </a:lnTo>
                <a:lnTo>
                  <a:pt x="4628160" y="545068"/>
                </a:lnTo>
                <a:close/>
                <a:moveTo>
                  <a:pt x="4115098" y="404877"/>
                </a:moveTo>
                <a:cubicBezTo>
                  <a:pt x="4084619" y="404877"/>
                  <a:pt x="4039663" y="420877"/>
                  <a:pt x="3999659" y="452877"/>
                </a:cubicBezTo>
                <a:lnTo>
                  <a:pt x="3981748" y="472829"/>
                </a:lnTo>
                <a:lnTo>
                  <a:pt x="3946734" y="480290"/>
                </a:lnTo>
                <a:cubicBezTo>
                  <a:pt x="3887014" y="503861"/>
                  <a:pt x="3816150" y="563861"/>
                  <a:pt x="3800149" y="659861"/>
                </a:cubicBezTo>
                <a:lnTo>
                  <a:pt x="3784909" y="754338"/>
                </a:lnTo>
                <a:cubicBezTo>
                  <a:pt x="3759510" y="907735"/>
                  <a:pt x="3746303" y="943291"/>
                  <a:pt x="3681281" y="980878"/>
                </a:cubicBezTo>
                <a:cubicBezTo>
                  <a:pt x="3728015" y="972751"/>
                  <a:pt x="3826564" y="928053"/>
                  <a:pt x="3851963" y="772624"/>
                </a:cubicBezTo>
                <a:lnTo>
                  <a:pt x="3868219" y="677132"/>
                </a:lnTo>
                <a:cubicBezTo>
                  <a:pt x="3892602" y="533892"/>
                  <a:pt x="3921049" y="504433"/>
                  <a:pt x="3956607" y="482083"/>
                </a:cubicBezTo>
                <a:lnTo>
                  <a:pt x="3972309" y="483344"/>
                </a:lnTo>
                <a:lnTo>
                  <a:pt x="3945797" y="512877"/>
                </a:lnTo>
                <a:cubicBezTo>
                  <a:pt x="3930700" y="536877"/>
                  <a:pt x="3919271" y="564877"/>
                  <a:pt x="3913937" y="596877"/>
                </a:cubicBezTo>
                <a:lnTo>
                  <a:pt x="3887522" y="754338"/>
                </a:lnTo>
                <a:cubicBezTo>
                  <a:pt x="3867202" y="876242"/>
                  <a:pt x="3825548" y="943290"/>
                  <a:pt x="3760526" y="980878"/>
                </a:cubicBezTo>
                <a:cubicBezTo>
                  <a:pt x="3801165" y="977830"/>
                  <a:pt x="3929177" y="929068"/>
                  <a:pt x="3952543" y="788877"/>
                </a:cubicBezTo>
                <a:lnTo>
                  <a:pt x="3982007" y="614148"/>
                </a:lnTo>
                <a:cubicBezTo>
                  <a:pt x="3988103" y="578338"/>
                  <a:pt x="3994453" y="549639"/>
                  <a:pt x="4001104" y="526385"/>
                </a:cubicBezTo>
                <a:lnTo>
                  <a:pt x="4009122" y="502034"/>
                </a:lnTo>
                <a:lnTo>
                  <a:pt x="4027757" y="525512"/>
                </a:lnTo>
                <a:cubicBezTo>
                  <a:pt x="4034900" y="536623"/>
                  <a:pt x="4042202" y="549893"/>
                  <a:pt x="4050076" y="565385"/>
                </a:cubicBezTo>
                <a:lnTo>
                  <a:pt x="4064300" y="496305"/>
                </a:lnTo>
                <a:cubicBezTo>
                  <a:pt x="4058712" y="490210"/>
                  <a:pt x="4050838" y="483353"/>
                  <a:pt x="4040298" y="478020"/>
                </a:cubicBezTo>
                <a:lnTo>
                  <a:pt x="4020982" y="473605"/>
                </a:lnTo>
                <a:lnTo>
                  <a:pt x="4022010" y="471290"/>
                </a:lnTo>
                <a:cubicBezTo>
                  <a:pt x="4036615" y="443226"/>
                  <a:pt x="4052616" y="430274"/>
                  <a:pt x="4070395" y="419099"/>
                </a:cubicBezTo>
                <a:cubicBezTo>
                  <a:pt x="4110018" y="414020"/>
                  <a:pt x="4132369" y="440433"/>
                  <a:pt x="4163864" y="502401"/>
                </a:cubicBezTo>
                <a:lnTo>
                  <a:pt x="4178088" y="433321"/>
                </a:lnTo>
                <a:cubicBezTo>
                  <a:pt x="4167929" y="420115"/>
                  <a:pt x="4146593" y="404877"/>
                  <a:pt x="4115098" y="404877"/>
                </a:cubicBezTo>
                <a:close/>
                <a:moveTo>
                  <a:pt x="0" y="0"/>
                </a:moveTo>
                <a:lnTo>
                  <a:pt x="5880100" y="0"/>
                </a:lnTo>
                <a:lnTo>
                  <a:pt x="5880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8" y="1989138"/>
            <a:ext cx="5040000" cy="3835662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A0110617-EBBF-6844-8C49-866445C5CF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5039999" cy="728838"/>
          </a:xfrm>
        </p:spPr>
        <p:txBody>
          <a:bodyPr wrap="squar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652FDEA-9E6F-E248-A38D-8C3248EBF9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1366039"/>
            <a:ext cx="5039999" cy="274663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FACCF14-ED7D-1F48-AA75-71F61F500A4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744072" y="1989138"/>
            <a:ext cx="4602556" cy="3835662"/>
          </a:xfrm>
          <a:prstGeom prst="roundRect">
            <a:avLst>
              <a:gd name="adj" fmla="val 3354"/>
            </a:avLst>
          </a:prstGeom>
          <a:solidFill>
            <a:schemeClr val="bg1">
              <a:alpha val="90000"/>
            </a:schemeClr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3804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0">
              <a:lnSpc>
                <a:spcPct val="100000"/>
              </a:lnSpc>
              <a:buFont typeface="Arial" charset="0"/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jdelijke aanduiding voor dianummer 5">
            <a:extLst>
              <a:ext uri="{FF2B5EF4-FFF2-40B4-BE49-F238E27FC236}">
                <a16:creationId xmlns:a16="http://schemas.microsoft.com/office/drawing/2014/main" id="{21EB5DFD-55E0-7A46-AFC3-69758A8C7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36160" y="6171371"/>
            <a:ext cx="4655840" cy="684724"/>
          </a:xfrm>
          <a:prstGeom prst="rect">
            <a:avLst/>
          </a:prstGeom>
          <a:blipFill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0" tIns="54000" rIns="396000" bIns="0" rtlCol="0" anchor="ctr" anchorCtr="0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D3F63D28-49C9-D947-BB50-840EF95F43B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7920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27291FDF-11E4-844A-96B9-AE2D23F9944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839787" y="1989138"/>
            <a:ext cx="3238733" cy="684000"/>
          </a:xfrm>
          <a:prstGeom prst="roundRect">
            <a:avLst/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839787" y="2673138"/>
            <a:ext cx="3238733" cy="1104384"/>
          </a:xfrm>
          <a:solidFill>
            <a:schemeClr val="bg1"/>
          </a:solidFill>
        </p:spPr>
        <p:txBody>
          <a:bodyPr wrap="square">
            <a:no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839787" y="3961938"/>
            <a:ext cx="3238733" cy="684000"/>
          </a:xfrm>
          <a:prstGeom prst="roundRect">
            <a:avLst/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18" hasCustomPrompt="1"/>
          </p:nvPr>
        </p:nvSpPr>
        <p:spPr>
          <a:xfrm>
            <a:off x="839787" y="4645938"/>
            <a:ext cx="3238733" cy="1104384"/>
          </a:xfrm>
          <a:solidFill>
            <a:schemeClr val="bg1"/>
          </a:solidFill>
        </p:spPr>
        <p:txBody>
          <a:bodyPr wrap="square">
            <a:no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nl-NL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4485393" y="1989138"/>
            <a:ext cx="3229973" cy="684000"/>
          </a:xfrm>
          <a:prstGeom prst="roundRect">
            <a:avLst/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4485393" y="2673138"/>
            <a:ext cx="3229973" cy="1104384"/>
          </a:xfrm>
          <a:solidFill>
            <a:schemeClr val="bg1"/>
          </a:solidFill>
        </p:spPr>
        <p:txBody>
          <a:bodyPr wrap="square">
            <a:no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9"/>
          <p:cNvSpPr>
            <a:spLocks noGrp="1"/>
          </p:cNvSpPr>
          <p:nvPr>
            <p:ph type="body" sz="quarter" idx="21" hasCustomPrompt="1"/>
          </p:nvPr>
        </p:nvSpPr>
        <p:spPr>
          <a:xfrm>
            <a:off x="4485393" y="3961938"/>
            <a:ext cx="3229973" cy="684000"/>
          </a:xfrm>
          <a:prstGeom prst="roundRect">
            <a:avLst/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9"/>
          <p:cNvSpPr>
            <a:spLocks noGrp="1"/>
          </p:cNvSpPr>
          <p:nvPr>
            <p:ph type="body" sz="quarter" idx="22" hasCustomPrompt="1"/>
          </p:nvPr>
        </p:nvSpPr>
        <p:spPr>
          <a:xfrm>
            <a:off x="4485393" y="4645938"/>
            <a:ext cx="3229973" cy="1104384"/>
          </a:xfrm>
          <a:solidFill>
            <a:schemeClr val="bg1"/>
          </a:solidFill>
        </p:spPr>
        <p:txBody>
          <a:bodyPr wrap="square">
            <a:no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nl-NL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8122239" y="1989138"/>
            <a:ext cx="3229974" cy="684000"/>
          </a:xfrm>
          <a:prstGeom prst="roundRect">
            <a:avLst/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3" name="Text Placeholder 19"/>
          <p:cNvSpPr>
            <a:spLocks noGrp="1"/>
          </p:cNvSpPr>
          <p:nvPr>
            <p:ph type="body" sz="quarter" idx="24" hasCustomPrompt="1"/>
          </p:nvPr>
        </p:nvSpPr>
        <p:spPr>
          <a:xfrm>
            <a:off x="8122239" y="2673138"/>
            <a:ext cx="3229974" cy="1104384"/>
          </a:xfrm>
          <a:solidFill>
            <a:schemeClr val="bg1"/>
          </a:solidFill>
        </p:spPr>
        <p:txBody>
          <a:bodyPr wrap="square">
            <a:no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9"/>
          <p:cNvSpPr>
            <a:spLocks noGrp="1"/>
          </p:cNvSpPr>
          <p:nvPr>
            <p:ph type="body" sz="quarter" idx="25" hasCustomPrompt="1"/>
          </p:nvPr>
        </p:nvSpPr>
        <p:spPr>
          <a:xfrm>
            <a:off x="8122239" y="3961938"/>
            <a:ext cx="3229974" cy="684000"/>
          </a:xfrm>
          <a:prstGeom prst="roundRect">
            <a:avLst/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9"/>
          <p:cNvSpPr>
            <a:spLocks noGrp="1"/>
          </p:cNvSpPr>
          <p:nvPr>
            <p:ph type="body" sz="quarter" idx="26" hasCustomPrompt="1"/>
          </p:nvPr>
        </p:nvSpPr>
        <p:spPr>
          <a:xfrm>
            <a:off x="8122239" y="4645938"/>
            <a:ext cx="3229974" cy="1104384"/>
          </a:xfrm>
          <a:solidFill>
            <a:schemeClr val="bg1"/>
          </a:solidFill>
        </p:spPr>
        <p:txBody>
          <a:bodyPr wrap="square">
            <a:no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nl-NL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72823494-CD15-9049-A47C-C99099D00D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728838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865FB093-6ACD-E747-98C0-F16FBA07D96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9788" y="1366039"/>
            <a:ext cx="7560468" cy="274663"/>
          </a:xfrm>
        </p:spPr>
        <p:txBody>
          <a:bodyPr wrap="square"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</p:spTree>
    <p:extLst>
      <p:ext uri="{BB962C8B-B14F-4D97-AF65-F5344CB8AC3E}">
        <p14:creationId xmlns:p14="http://schemas.microsoft.com/office/powerpoint/2010/main" val="1272190094"/>
      </p:ext>
    </p:extLst>
  </p:cSld>
  <p:clrMapOvr>
    <a:masterClrMapping/>
  </p:clrMapOvr>
  <p:hf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xed head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25EED34-690F-CB41-8188-BB2E7E64F79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Tijdelijke aanduiding voor titel 1">
            <a:extLst>
              <a:ext uri="{FF2B5EF4-FFF2-40B4-BE49-F238E27FC236}">
                <a16:creationId xmlns:a16="http://schemas.microsoft.com/office/drawing/2014/main" id="{9FD576D2-650F-5142-A42C-138C7D767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1989138"/>
            <a:ext cx="10512425" cy="374411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r>
              <a:rPr lang="en-GB"/>
              <a:t>Fixed heading</a:t>
            </a:r>
            <a:br>
              <a:rPr lang="en-GB"/>
            </a:br>
            <a:r>
              <a:rPr lang="en-GB"/>
              <a:t>(statement)</a:t>
            </a:r>
          </a:p>
        </p:txBody>
      </p:sp>
    </p:spTree>
    <p:extLst>
      <p:ext uri="{BB962C8B-B14F-4D97-AF65-F5344CB8AC3E}">
        <p14:creationId xmlns:p14="http://schemas.microsoft.com/office/powerpoint/2010/main" val="1536695648"/>
      </p:ext>
    </p:extLst>
  </p:cSld>
  <p:clrMapOvr>
    <a:masterClrMapping/>
  </p:clrMapOvr>
  <p:hf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xed heading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E86A3CD-BFF1-9C47-8123-2D96930586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16680" cy="1993166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Tijdelijke aanduiding voor titel 1">
            <a:extLst>
              <a:ext uri="{FF2B5EF4-FFF2-40B4-BE49-F238E27FC236}">
                <a16:creationId xmlns:a16="http://schemas.microsoft.com/office/drawing/2014/main" id="{9FD576D2-650F-5142-A42C-138C7D767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1989138"/>
            <a:ext cx="10512425" cy="374411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GB"/>
              <a:t>Fixed heading</a:t>
            </a:r>
            <a:br>
              <a:rPr lang="en-GB"/>
            </a:br>
            <a:r>
              <a:rPr lang="en-GB"/>
              <a:t>(statement)</a:t>
            </a:r>
          </a:p>
        </p:txBody>
      </p:sp>
      <p:pic>
        <p:nvPicPr>
          <p:cNvPr id="10" name="Afbeelding 6">
            <a:extLst>
              <a:ext uri="{FF2B5EF4-FFF2-40B4-BE49-F238E27FC236}">
                <a16:creationId xmlns:a16="http://schemas.microsoft.com/office/drawing/2014/main" id="{87BE5CFF-9A1C-D54B-88BE-530FDDDED4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3181" y="404813"/>
            <a:ext cx="179838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074923"/>
      </p:ext>
    </p:extLst>
  </p:cSld>
  <p:clrMapOvr>
    <a:masterClrMapping/>
  </p:clrMapOvr>
  <p:hf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fac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64320773-C8EA-9040-B2E4-8AFDE3D9B13F}"/>
              </a:ext>
            </a:extLst>
          </p:cNvPr>
          <p:cNvSpPr/>
          <p:nvPr userDrawn="1"/>
        </p:nvSpPr>
        <p:spPr>
          <a:xfrm>
            <a:off x="8796213" y="309511"/>
            <a:ext cx="3227834" cy="944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2" name="Picture Placeholder 71">
            <a:extLst>
              <a:ext uri="{FF2B5EF4-FFF2-40B4-BE49-F238E27FC236}">
                <a16:creationId xmlns:a16="http://schemas.microsoft.com/office/drawing/2014/main" id="{6EEDB3E7-0D59-044E-819C-2FB68D7917F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314" cy="3429000"/>
          </a:xfrm>
          <a:custGeom>
            <a:avLst/>
            <a:gdLst>
              <a:gd name="connsiteX0" fmla="*/ 11686092 w 12192314"/>
              <a:gd name="connsiteY0" fmla="*/ 647673 h 3429000"/>
              <a:gd name="connsiteX1" fmla="*/ 11749082 w 12192314"/>
              <a:gd name="connsiteY1" fmla="*/ 722847 h 3429000"/>
              <a:gd name="connsiteX2" fmla="*/ 11661708 w 12192314"/>
              <a:gd name="connsiteY2" fmla="*/ 798021 h 3429000"/>
              <a:gd name="connsiteX3" fmla="*/ 11598719 w 12192314"/>
              <a:gd name="connsiteY3" fmla="*/ 722847 h 3429000"/>
              <a:gd name="connsiteX4" fmla="*/ 11686092 w 12192314"/>
              <a:gd name="connsiteY4" fmla="*/ 647673 h 3429000"/>
              <a:gd name="connsiteX5" fmla="*/ 11246179 w 12192314"/>
              <a:gd name="connsiteY5" fmla="*/ 643608 h 3429000"/>
              <a:gd name="connsiteX6" fmla="*/ 11297993 w 12192314"/>
              <a:gd name="connsiteY6" fmla="*/ 697448 h 3429000"/>
              <a:gd name="connsiteX7" fmla="*/ 11175062 w 12192314"/>
              <a:gd name="connsiteY7" fmla="*/ 697448 h 3429000"/>
              <a:gd name="connsiteX8" fmla="*/ 11246179 w 12192314"/>
              <a:gd name="connsiteY8" fmla="*/ 643608 h 3429000"/>
              <a:gd name="connsiteX9" fmla="*/ 10636600 w 12192314"/>
              <a:gd name="connsiteY9" fmla="*/ 614148 h 3429000"/>
              <a:gd name="connsiteX10" fmla="*/ 10616281 w 12192314"/>
              <a:gd name="connsiteY10" fmla="*/ 738084 h 3429000"/>
              <a:gd name="connsiteX11" fmla="*/ 10693494 w 12192314"/>
              <a:gd name="connsiteY11" fmla="*/ 837640 h 3429000"/>
              <a:gd name="connsiteX12" fmla="*/ 10803218 w 12192314"/>
              <a:gd name="connsiteY12" fmla="*/ 738084 h 3429000"/>
              <a:gd name="connsiteX13" fmla="*/ 10823537 w 12192314"/>
              <a:gd name="connsiteY13" fmla="*/ 614148 h 3429000"/>
              <a:gd name="connsiteX14" fmla="*/ 10780866 w 12192314"/>
              <a:gd name="connsiteY14" fmla="*/ 614148 h 3429000"/>
              <a:gd name="connsiteX15" fmla="*/ 10761563 w 12192314"/>
              <a:gd name="connsiteY15" fmla="*/ 734021 h 3429000"/>
              <a:gd name="connsiteX16" fmla="*/ 10700606 w 12192314"/>
              <a:gd name="connsiteY16" fmla="*/ 799037 h 3429000"/>
              <a:gd name="connsiteX17" fmla="*/ 10659967 w 12192314"/>
              <a:gd name="connsiteY17" fmla="*/ 734021 h 3429000"/>
              <a:gd name="connsiteX18" fmla="*/ 10679271 w 12192314"/>
              <a:gd name="connsiteY18" fmla="*/ 614148 h 3429000"/>
              <a:gd name="connsiteX19" fmla="*/ 11692188 w 12192314"/>
              <a:gd name="connsiteY19" fmla="*/ 608053 h 3429000"/>
              <a:gd name="connsiteX20" fmla="*/ 11556048 w 12192314"/>
              <a:gd name="connsiteY20" fmla="*/ 722847 h 3429000"/>
              <a:gd name="connsiteX21" fmla="*/ 11655613 w 12192314"/>
              <a:gd name="connsiteY21" fmla="*/ 837640 h 3429000"/>
              <a:gd name="connsiteX22" fmla="*/ 11791752 w 12192314"/>
              <a:gd name="connsiteY22" fmla="*/ 722847 h 3429000"/>
              <a:gd name="connsiteX23" fmla="*/ 11692188 w 12192314"/>
              <a:gd name="connsiteY23" fmla="*/ 608053 h 3429000"/>
              <a:gd name="connsiteX24" fmla="*/ 11251259 w 12192314"/>
              <a:gd name="connsiteY24" fmla="*/ 608052 h 3429000"/>
              <a:gd name="connsiteX25" fmla="*/ 11125279 w 12192314"/>
              <a:gd name="connsiteY25" fmla="*/ 724878 h 3429000"/>
              <a:gd name="connsiteX26" fmla="*/ 11215701 w 12192314"/>
              <a:gd name="connsiteY26" fmla="*/ 838655 h 3429000"/>
              <a:gd name="connsiteX27" fmla="*/ 11327457 w 12192314"/>
              <a:gd name="connsiteY27" fmla="*/ 779734 h 3429000"/>
              <a:gd name="connsiteX28" fmla="*/ 11294946 w 12192314"/>
              <a:gd name="connsiteY28" fmla="*/ 759418 h 3429000"/>
              <a:gd name="connsiteX29" fmla="*/ 11221796 w 12192314"/>
              <a:gd name="connsiteY29" fmla="*/ 801068 h 3429000"/>
              <a:gd name="connsiteX30" fmla="*/ 11166934 w 12192314"/>
              <a:gd name="connsiteY30" fmla="*/ 728941 h 3429000"/>
              <a:gd name="connsiteX31" fmla="*/ 11334569 w 12192314"/>
              <a:gd name="connsiteY31" fmla="*/ 728941 h 3429000"/>
              <a:gd name="connsiteX32" fmla="*/ 11335585 w 12192314"/>
              <a:gd name="connsiteY32" fmla="*/ 722845 h 3429000"/>
              <a:gd name="connsiteX33" fmla="*/ 11251259 w 12192314"/>
              <a:gd name="connsiteY33" fmla="*/ 608052 h 3429000"/>
              <a:gd name="connsiteX34" fmla="*/ 11499154 w 12192314"/>
              <a:gd name="connsiteY34" fmla="*/ 607037 h 3429000"/>
              <a:gd name="connsiteX35" fmla="*/ 11359967 w 12192314"/>
              <a:gd name="connsiteY35" fmla="*/ 723863 h 3429000"/>
              <a:gd name="connsiteX36" fmla="*/ 11459531 w 12192314"/>
              <a:gd name="connsiteY36" fmla="*/ 837640 h 3429000"/>
              <a:gd name="connsiteX37" fmla="*/ 11522522 w 12192314"/>
              <a:gd name="connsiteY37" fmla="*/ 823418 h 3429000"/>
              <a:gd name="connsiteX38" fmla="*/ 11530650 w 12192314"/>
              <a:gd name="connsiteY38" fmla="*/ 770593 h 3429000"/>
              <a:gd name="connsiteX39" fmla="*/ 11465627 w 12192314"/>
              <a:gd name="connsiteY39" fmla="*/ 799037 h 3429000"/>
              <a:gd name="connsiteX40" fmla="*/ 11401622 w 12192314"/>
              <a:gd name="connsiteY40" fmla="*/ 721830 h 3429000"/>
              <a:gd name="connsiteX41" fmla="*/ 11486963 w 12192314"/>
              <a:gd name="connsiteY41" fmla="*/ 645640 h 3429000"/>
              <a:gd name="connsiteX42" fmla="*/ 11545889 w 12192314"/>
              <a:gd name="connsiteY42" fmla="*/ 675101 h 3429000"/>
              <a:gd name="connsiteX43" fmla="*/ 11555033 w 12192314"/>
              <a:gd name="connsiteY43" fmla="*/ 621259 h 3429000"/>
              <a:gd name="connsiteX44" fmla="*/ 11499154 w 12192314"/>
              <a:gd name="connsiteY44" fmla="*/ 607037 h 3429000"/>
              <a:gd name="connsiteX45" fmla="*/ 11112072 w 12192314"/>
              <a:gd name="connsiteY45" fmla="*/ 607037 h 3429000"/>
              <a:gd name="connsiteX46" fmla="*/ 11045019 w 12192314"/>
              <a:gd name="connsiteY46" fmla="*/ 648687 h 3429000"/>
              <a:gd name="connsiteX47" fmla="*/ 11044002 w 12192314"/>
              <a:gd name="connsiteY47" fmla="*/ 648687 h 3429000"/>
              <a:gd name="connsiteX48" fmla="*/ 11049082 w 12192314"/>
              <a:gd name="connsiteY48" fmla="*/ 613133 h 3429000"/>
              <a:gd name="connsiteX49" fmla="*/ 11006412 w 12192314"/>
              <a:gd name="connsiteY49" fmla="*/ 613133 h 3429000"/>
              <a:gd name="connsiteX50" fmla="*/ 10971869 w 12192314"/>
              <a:gd name="connsiteY50" fmla="*/ 829513 h 3429000"/>
              <a:gd name="connsiteX51" fmla="*/ 11014540 w 12192314"/>
              <a:gd name="connsiteY51" fmla="*/ 829513 h 3429000"/>
              <a:gd name="connsiteX52" fmla="*/ 11031811 w 12192314"/>
              <a:gd name="connsiteY52" fmla="*/ 722846 h 3429000"/>
              <a:gd name="connsiteX53" fmla="*/ 11095816 w 12192314"/>
              <a:gd name="connsiteY53" fmla="*/ 645640 h 3429000"/>
              <a:gd name="connsiteX54" fmla="*/ 11120200 w 12192314"/>
              <a:gd name="connsiteY54" fmla="*/ 654783 h 3429000"/>
              <a:gd name="connsiteX55" fmla="*/ 11145599 w 12192314"/>
              <a:gd name="connsiteY55" fmla="*/ 617196 h 3429000"/>
              <a:gd name="connsiteX56" fmla="*/ 11112072 w 12192314"/>
              <a:gd name="connsiteY56" fmla="*/ 607037 h 3429000"/>
              <a:gd name="connsiteX57" fmla="*/ 10520780 w 12192314"/>
              <a:gd name="connsiteY57" fmla="*/ 607037 h 3429000"/>
              <a:gd name="connsiteX58" fmla="*/ 10447631 w 12192314"/>
              <a:gd name="connsiteY58" fmla="*/ 642593 h 3429000"/>
              <a:gd name="connsiteX59" fmla="*/ 10452710 w 12192314"/>
              <a:gd name="connsiteY59" fmla="*/ 614149 h 3429000"/>
              <a:gd name="connsiteX60" fmla="*/ 10410040 w 12192314"/>
              <a:gd name="connsiteY60" fmla="*/ 614149 h 3429000"/>
              <a:gd name="connsiteX61" fmla="*/ 10374481 w 12192314"/>
              <a:gd name="connsiteY61" fmla="*/ 829513 h 3429000"/>
              <a:gd name="connsiteX62" fmla="*/ 10417152 w 12192314"/>
              <a:gd name="connsiteY62" fmla="*/ 829513 h 3429000"/>
              <a:gd name="connsiteX63" fmla="*/ 10433407 w 12192314"/>
              <a:gd name="connsiteY63" fmla="*/ 729958 h 3429000"/>
              <a:gd name="connsiteX64" fmla="*/ 10502493 w 12192314"/>
              <a:gd name="connsiteY64" fmla="*/ 643608 h 3429000"/>
              <a:gd name="connsiteX65" fmla="*/ 10541099 w 12192314"/>
              <a:gd name="connsiteY65" fmla="*/ 705577 h 3429000"/>
              <a:gd name="connsiteX66" fmla="*/ 10520780 w 12192314"/>
              <a:gd name="connsiteY66" fmla="*/ 829513 h 3429000"/>
              <a:gd name="connsiteX67" fmla="*/ 10563450 w 12192314"/>
              <a:gd name="connsiteY67" fmla="*/ 829513 h 3429000"/>
              <a:gd name="connsiteX68" fmla="*/ 10583769 w 12192314"/>
              <a:gd name="connsiteY68" fmla="*/ 700498 h 3429000"/>
              <a:gd name="connsiteX69" fmla="*/ 10520780 w 12192314"/>
              <a:gd name="connsiteY69" fmla="*/ 607037 h 3429000"/>
              <a:gd name="connsiteX70" fmla="*/ 10897703 w 12192314"/>
              <a:gd name="connsiteY70" fmla="*/ 545068 h 3429000"/>
              <a:gd name="connsiteX71" fmla="*/ 10886528 w 12192314"/>
              <a:gd name="connsiteY71" fmla="*/ 614148 h 3429000"/>
              <a:gd name="connsiteX72" fmla="*/ 10864176 w 12192314"/>
              <a:gd name="connsiteY72" fmla="*/ 614148 h 3429000"/>
              <a:gd name="connsiteX73" fmla="*/ 10857065 w 12192314"/>
              <a:gd name="connsiteY73" fmla="*/ 652751 h 3429000"/>
              <a:gd name="connsiteX74" fmla="*/ 10880432 w 12192314"/>
              <a:gd name="connsiteY74" fmla="*/ 652751 h 3429000"/>
              <a:gd name="connsiteX75" fmla="*/ 10851985 w 12192314"/>
              <a:gd name="connsiteY75" fmla="*/ 830528 h 3429000"/>
              <a:gd name="connsiteX76" fmla="*/ 10894656 w 12192314"/>
              <a:gd name="connsiteY76" fmla="*/ 830528 h 3429000"/>
              <a:gd name="connsiteX77" fmla="*/ 10923102 w 12192314"/>
              <a:gd name="connsiteY77" fmla="*/ 652751 h 3429000"/>
              <a:gd name="connsiteX78" fmla="*/ 10970853 w 12192314"/>
              <a:gd name="connsiteY78" fmla="*/ 652751 h 3429000"/>
              <a:gd name="connsiteX79" fmla="*/ 10976949 w 12192314"/>
              <a:gd name="connsiteY79" fmla="*/ 614148 h 3429000"/>
              <a:gd name="connsiteX80" fmla="*/ 10929198 w 12192314"/>
              <a:gd name="connsiteY80" fmla="*/ 614148 h 3429000"/>
              <a:gd name="connsiteX81" fmla="*/ 10940374 w 12192314"/>
              <a:gd name="connsiteY81" fmla="*/ 545068 h 3429000"/>
              <a:gd name="connsiteX82" fmla="*/ 10427312 w 12192314"/>
              <a:gd name="connsiteY82" fmla="*/ 404877 h 3429000"/>
              <a:gd name="connsiteX83" fmla="*/ 10311873 w 12192314"/>
              <a:gd name="connsiteY83" fmla="*/ 452877 h 3429000"/>
              <a:gd name="connsiteX84" fmla="*/ 10293962 w 12192314"/>
              <a:gd name="connsiteY84" fmla="*/ 472829 h 3429000"/>
              <a:gd name="connsiteX85" fmla="*/ 10258948 w 12192314"/>
              <a:gd name="connsiteY85" fmla="*/ 480290 h 3429000"/>
              <a:gd name="connsiteX86" fmla="*/ 10112363 w 12192314"/>
              <a:gd name="connsiteY86" fmla="*/ 659861 h 3429000"/>
              <a:gd name="connsiteX87" fmla="*/ 10097123 w 12192314"/>
              <a:gd name="connsiteY87" fmla="*/ 754338 h 3429000"/>
              <a:gd name="connsiteX88" fmla="*/ 9993495 w 12192314"/>
              <a:gd name="connsiteY88" fmla="*/ 980878 h 3429000"/>
              <a:gd name="connsiteX89" fmla="*/ 10164177 w 12192314"/>
              <a:gd name="connsiteY89" fmla="*/ 772624 h 3429000"/>
              <a:gd name="connsiteX90" fmla="*/ 10180433 w 12192314"/>
              <a:gd name="connsiteY90" fmla="*/ 677132 h 3429000"/>
              <a:gd name="connsiteX91" fmla="*/ 10268821 w 12192314"/>
              <a:gd name="connsiteY91" fmla="*/ 482083 h 3429000"/>
              <a:gd name="connsiteX92" fmla="*/ 10284523 w 12192314"/>
              <a:gd name="connsiteY92" fmla="*/ 483344 h 3429000"/>
              <a:gd name="connsiteX93" fmla="*/ 10258011 w 12192314"/>
              <a:gd name="connsiteY93" fmla="*/ 512877 h 3429000"/>
              <a:gd name="connsiteX94" fmla="*/ 10226151 w 12192314"/>
              <a:gd name="connsiteY94" fmla="*/ 596877 h 3429000"/>
              <a:gd name="connsiteX95" fmla="*/ 10199736 w 12192314"/>
              <a:gd name="connsiteY95" fmla="*/ 754338 h 3429000"/>
              <a:gd name="connsiteX96" fmla="*/ 10072740 w 12192314"/>
              <a:gd name="connsiteY96" fmla="*/ 980878 h 3429000"/>
              <a:gd name="connsiteX97" fmla="*/ 10264757 w 12192314"/>
              <a:gd name="connsiteY97" fmla="*/ 788877 h 3429000"/>
              <a:gd name="connsiteX98" fmla="*/ 10294221 w 12192314"/>
              <a:gd name="connsiteY98" fmla="*/ 614148 h 3429000"/>
              <a:gd name="connsiteX99" fmla="*/ 10313318 w 12192314"/>
              <a:gd name="connsiteY99" fmla="*/ 526385 h 3429000"/>
              <a:gd name="connsiteX100" fmla="*/ 10321336 w 12192314"/>
              <a:gd name="connsiteY100" fmla="*/ 502034 h 3429000"/>
              <a:gd name="connsiteX101" fmla="*/ 10339971 w 12192314"/>
              <a:gd name="connsiteY101" fmla="*/ 525512 h 3429000"/>
              <a:gd name="connsiteX102" fmla="*/ 10362290 w 12192314"/>
              <a:gd name="connsiteY102" fmla="*/ 565385 h 3429000"/>
              <a:gd name="connsiteX103" fmla="*/ 10376514 w 12192314"/>
              <a:gd name="connsiteY103" fmla="*/ 496305 h 3429000"/>
              <a:gd name="connsiteX104" fmla="*/ 10352512 w 12192314"/>
              <a:gd name="connsiteY104" fmla="*/ 478020 h 3429000"/>
              <a:gd name="connsiteX105" fmla="*/ 10333196 w 12192314"/>
              <a:gd name="connsiteY105" fmla="*/ 473605 h 3429000"/>
              <a:gd name="connsiteX106" fmla="*/ 10334224 w 12192314"/>
              <a:gd name="connsiteY106" fmla="*/ 471290 h 3429000"/>
              <a:gd name="connsiteX107" fmla="*/ 10382609 w 12192314"/>
              <a:gd name="connsiteY107" fmla="*/ 419099 h 3429000"/>
              <a:gd name="connsiteX108" fmla="*/ 10476078 w 12192314"/>
              <a:gd name="connsiteY108" fmla="*/ 502401 h 3429000"/>
              <a:gd name="connsiteX109" fmla="*/ 10490302 w 12192314"/>
              <a:gd name="connsiteY109" fmla="*/ 433321 h 3429000"/>
              <a:gd name="connsiteX110" fmla="*/ 10427312 w 12192314"/>
              <a:gd name="connsiteY110" fmla="*/ 404877 h 3429000"/>
              <a:gd name="connsiteX111" fmla="*/ 0 w 12192314"/>
              <a:gd name="connsiteY111" fmla="*/ 0 h 3429000"/>
              <a:gd name="connsiteX112" fmla="*/ 6312214 w 12192314"/>
              <a:gd name="connsiteY112" fmla="*/ 0 h 3429000"/>
              <a:gd name="connsiteX113" fmla="*/ 6672064 w 12192314"/>
              <a:gd name="connsiteY113" fmla="*/ 0 h 3429000"/>
              <a:gd name="connsiteX114" fmla="*/ 12192314 w 12192314"/>
              <a:gd name="connsiteY114" fmla="*/ 0 h 3429000"/>
              <a:gd name="connsiteX115" fmla="*/ 12192314 w 12192314"/>
              <a:gd name="connsiteY115" fmla="*/ 3429000 h 3429000"/>
              <a:gd name="connsiteX116" fmla="*/ 0 w 12192314"/>
              <a:gd name="connsiteY116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12192314" h="3429000">
                <a:moveTo>
                  <a:pt x="11686092" y="647673"/>
                </a:moveTo>
                <a:cubicBezTo>
                  <a:pt x="11727747" y="647673"/>
                  <a:pt x="11756193" y="681196"/>
                  <a:pt x="11749082" y="722847"/>
                </a:cubicBezTo>
                <a:cubicBezTo>
                  <a:pt x="11742986" y="763482"/>
                  <a:pt x="11703363" y="798021"/>
                  <a:pt x="11661708" y="798021"/>
                </a:cubicBezTo>
                <a:cubicBezTo>
                  <a:pt x="11620054" y="798021"/>
                  <a:pt x="11592623" y="763482"/>
                  <a:pt x="11598719" y="722847"/>
                </a:cubicBezTo>
                <a:cubicBezTo>
                  <a:pt x="11605831" y="681196"/>
                  <a:pt x="11644437" y="646656"/>
                  <a:pt x="11686092" y="647673"/>
                </a:cubicBezTo>
                <a:close/>
                <a:moveTo>
                  <a:pt x="11246179" y="643608"/>
                </a:moveTo>
                <a:cubicBezTo>
                  <a:pt x="11279706" y="643608"/>
                  <a:pt x="11297993" y="664941"/>
                  <a:pt x="11297993" y="697448"/>
                </a:cubicBezTo>
                <a:lnTo>
                  <a:pt x="11175062" y="697448"/>
                </a:lnTo>
                <a:cubicBezTo>
                  <a:pt x="11185221" y="666973"/>
                  <a:pt x="11213668" y="643608"/>
                  <a:pt x="11246179" y="643608"/>
                </a:cubicBezTo>
                <a:close/>
                <a:moveTo>
                  <a:pt x="10636600" y="614148"/>
                </a:moveTo>
                <a:lnTo>
                  <a:pt x="10616281" y="738084"/>
                </a:lnTo>
                <a:cubicBezTo>
                  <a:pt x="10607137" y="797005"/>
                  <a:pt x="10628473" y="837640"/>
                  <a:pt x="10693494" y="837640"/>
                </a:cubicBezTo>
                <a:cubicBezTo>
                  <a:pt x="10758516" y="837640"/>
                  <a:pt x="10794075" y="797005"/>
                  <a:pt x="10803218" y="738084"/>
                </a:cubicBezTo>
                <a:lnTo>
                  <a:pt x="10823537" y="614148"/>
                </a:lnTo>
                <a:lnTo>
                  <a:pt x="10780866" y="614148"/>
                </a:lnTo>
                <a:lnTo>
                  <a:pt x="10761563" y="734021"/>
                </a:lnTo>
                <a:cubicBezTo>
                  <a:pt x="10756484" y="768561"/>
                  <a:pt x="10742260" y="799037"/>
                  <a:pt x="10700606" y="799037"/>
                </a:cubicBezTo>
                <a:cubicBezTo>
                  <a:pt x="10657935" y="799037"/>
                  <a:pt x="10653872" y="768561"/>
                  <a:pt x="10659967" y="734021"/>
                </a:cubicBezTo>
                <a:lnTo>
                  <a:pt x="10679271" y="614148"/>
                </a:lnTo>
                <a:close/>
                <a:moveTo>
                  <a:pt x="11692188" y="608053"/>
                </a:moveTo>
                <a:cubicBezTo>
                  <a:pt x="11626150" y="608053"/>
                  <a:pt x="11566208" y="657830"/>
                  <a:pt x="11556048" y="722847"/>
                </a:cubicBezTo>
                <a:cubicBezTo>
                  <a:pt x="11545889" y="787863"/>
                  <a:pt x="11589575" y="837640"/>
                  <a:pt x="11655613" y="837640"/>
                </a:cubicBezTo>
                <a:cubicBezTo>
                  <a:pt x="11721650" y="837640"/>
                  <a:pt x="11781592" y="787863"/>
                  <a:pt x="11791752" y="722847"/>
                </a:cubicBezTo>
                <a:cubicBezTo>
                  <a:pt x="11802928" y="657830"/>
                  <a:pt x="11759242" y="607037"/>
                  <a:pt x="11692188" y="608053"/>
                </a:cubicBezTo>
                <a:close/>
                <a:moveTo>
                  <a:pt x="11251259" y="608052"/>
                </a:moveTo>
                <a:cubicBezTo>
                  <a:pt x="11180142" y="608052"/>
                  <a:pt x="11136454" y="658845"/>
                  <a:pt x="11125279" y="724878"/>
                </a:cubicBezTo>
                <a:cubicBezTo>
                  <a:pt x="11115120" y="788878"/>
                  <a:pt x="11148647" y="838655"/>
                  <a:pt x="11215701" y="838655"/>
                </a:cubicBezTo>
                <a:cubicBezTo>
                  <a:pt x="11258371" y="838655"/>
                  <a:pt x="11301042" y="817322"/>
                  <a:pt x="11327457" y="779734"/>
                </a:cubicBezTo>
                <a:lnTo>
                  <a:pt x="11294946" y="759418"/>
                </a:lnTo>
                <a:cubicBezTo>
                  <a:pt x="11274627" y="784814"/>
                  <a:pt x="11254307" y="801068"/>
                  <a:pt x="11221796" y="801068"/>
                </a:cubicBezTo>
                <a:cubicBezTo>
                  <a:pt x="11181158" y="801068"/>
                  <a:pt x="11161854" y="765512"/>
                  <a:pt x="11166934" y="728941"/>
                </a:cubicBezTo>
                <a:lnTo>
                  <a:pt x="11334569" y="728941"/>
                </a:lnTo>
                <a:lnTo>
                  <a:pt x="11335585" y="722845"/>
                </a:lnTo>
                <a:cubicBezTo>
                  <a:pt x="11345744" y="658845"/>
                  <a:pt x="11321361" y="608052"/>
                  <a:pt x="11251259" y="608052"/>
                </a:cubicBezTo>
                <a:close/>
                <a:moveTo>
                  <a:pt x="11499154" y="607037"/>
                </a:moveTo>
                <a:cubicBezTo>
                  <a:pt x="11431085" y="607037"/>
                  <a:pt x="11371142" y="656815"/>
                  <a:pt x="11359967" y="723863"/>
                </a:cubicBezTo>
                <a:cubicBezTo>
                  <a:pt x="11348791" y="788878"/>
                  <a:pt x="11394510" y="837640"/>
                  <a:pt x="11459531" y="837640"/>
                </a:cubicBezTo>
                <a:cubicBezTo>
                  <a:pt x="11481883" y="837640"/>
                  <a:pt x="11501186" y="833577"/>
                  <a:pt x="11522522" y="823418"/>
                </a:cubicBezTo>
                <a:lnTo>
                  <a:pt x="11530650" y="770593"/>
                </a:lnTo>
                <a:cubicBezTo>
                  <a:pt x="11511346" y="787863"/>
                  <a:pt x="11490011" y="799037"/>
                  <a:pt x="11465627" y="799037"/>
                </a:cubicBezTo>
                <a:cubicBezTo>
                  <a:pt x="11420925" y="799037"/>
                  <a:pt x="11394510" y="766529"/>
                  <a:pt x="11401622" y="721830"/>
                </a:cubicBezTo>
                <a:cubicBezTo>
                  <a:pt x="11407717" y="681196"/>
                  <a:pt x="11445308" y="645640"/>
                  <a:pt x="11486963" y="645640"/>
                </a:cubicBezTo>
                <a:cubicBezTo>
                  <a:pt x="11513378" y="645640"/>
                  <a:pt x="11531666" y="655799"/>
                  <a:pt x="11545889" y="675101"/>
                </a:cubicBezTo>
                <a:lnTo>
                  <a:pt x="11555033" y="621259"/>
                </a:lnTo>
                <a:cubicBezTo>
                  <a:pt x="11539793" y="612116"/>
                  <a:pt x="11518457" y="607037"/>
                  <a:pt x="11499154" y="607037"/>
                </a:cubicBezTo>
                <a:close/>
                <a:moveTo>
                  <a:pt x="11112072" y="607037"/>
                </a:moveTo>
                <a:cubicBezTo>
                  <a:pt x="11083625" y="607037"/>
                  <a:pt x="11059242" y="623291"/>
                  <a:pt x="11045019" y="648687"/>
                </a:cubicBezTo>
                <a:lnTo>
                  <a:pt x="11044002" y="648687"/>
                </a:lnTo>
                <a:lnTo>
                  <a:pt x="11049082" y="613133"/>
                </a:lnTo>
                <a:lnTo>
                  <a:pt x="11006412" y="613133"/>
                </a:lnTo>
                <a:lnTo>
                  <a:pt x="10971869" y="829513"/>
                </a:lnTo>
                <a:lnTo>
                  <a:pt x="11014540" y="829513"/>
                </a:lnTo>
                <a:lnTo>
                  <a:pt x="11031811" y="722846"/>
                </a:lnTo>
                <a:cubicBezTo>
                  <a:pt x="11037907" y="687291"/>
                  <a:pt x="11050098" y="645640"/>
                  <a:pt x="11095816" y="645640"/>
                </a:cubicBezTo>
                <a:cubicBezTo>
                  <a:pt x="11105977" y="645640"/>
                  <a:pt x="11114105" y="648687"/>
                  <a:pt x="11120200" y="654783"/>
                </a:cubicBezTo>
                <a:lnTo>
                  <a:pt x="11145599" y="617196"/>
                </a:lnTo>
                <a:cubicBezTo>
                  <a:pt x="11135440" y="611100"/>
                  <a:pt x="11124264" y="607037"/>
                  <a:pt x="11112072" y="607037"/>
                </a:cubicBezTo>
                <a:close/>
                <a:moveTo>
                  <a:pt x="10520780" y="607037"/>
                </a:moveTo>
                <a:cubicBezTo>
                  <a:pt x="10494365" y="607037"/>
                  <a:pt x="10465918" y="619227"/>
                  <a:pt x="10447631" y="642593"/>
                </a:cubicBezTo>
                <a:lnTo>
                  <a:pt x="10452710" y="614149"/>
                </a:lnTo>
                <a:lnTo>
                  <a:pt x="10410040" y="614149"/>
                </a:lnTo>
                <a:lnTo>
                  <a:pt x="10374481" y="829513"/>
                </a:lnTo>
                <a:lnTo>
                  <a:pt x="10417152" y="829513"/>
                </a:lnTo>
                <a:lnTo>
                  <a:pt x="10433407" y="729958"/>
                </a:lnTo>
                <a:cubicBezTo>
                  <a:pt x="10440519" y="690339"/>
                  <a:pt x="10447631" y="643608"/>
                  <a:pt x="10502493" y="643608"/>
                </a:cubicBezTo>
                <a:cubicBezTo>
                  <a:pt x="10546179" y="643608"/>
                  <a:pt x="10547195" y="669005"/>
                  <a:pt x="10541099" y="705577"/>
                </a:cubicBezTo>
                <a:lnTo>
                  <a:pt x="10520780" y="829513"/>
                </a:lnTo>
                <a:lnTo>
                  <a:pt x="10563450" y="829513"/>
                </a:lnTo>
                <a:lnTo>
                  <a:pt x="10583769" y="700498"/>
                </a:lnTo>
                <a:cubicBezTo>
                  <a:pt x="10591897" y="647672"/>
                  <a:pt x="10582753" y="607037"/>
                  <a:pt x="10520780" y="607037"/>
                </a:cubicBezTo>
                <a:close/>
                <a:moveTo>
                  <a:pt x="10897703" y="545068"/>
                </a:moveTo>
                <a:lnTo>
                  <a:pt x="10886528" y="614148"/>
                </a:lnTo>
                <a:lnTo>
                  <a:pt x="10864176" y="614148"/>
                </a:lnTo>
                <a:lnTo>
                  <a:pt x="10857065" y="652751"/>
                </a:lnTo>
                <a:lnTo>
                  <a:pt x="10880432" y="652751"/>
                </a:lnTo>
                <a:lnTo>
                  <a:pt x="10851985" y="830528"/>
                </a:lnTo>
                <a:lnTo>
                  <a:pt x="10894656" y="830528"/>
                </a:lnTo>
                <a:lnTo>
                  <a:pt x="10923102" y="652751"/>
                </a:lnTo>
                <a:lnTo>
                  <a:pt x="10970853" y="652751"/>
                </a:lnTo>
                <a:lnTo>
                  <a:pt x="10976949" y="614148"/>
                </a:lnTo>
                <a:lnTo>
                  <a:pt x="10929198" y="614148"/>
                </a:lnTo>
                <a:lnTo>
                  <a:pt x="10940374" y="545068"/>
                </a:lnTo>
                <a:close/>
                <a:moveTo>
                  <a:pt x="10427312" y="404877"/>
                </a:moveTo>
                <a:cubicBezTo>
                  <a:pt x="10396833" y="404877"/>
                  <a:pt x="10351877" y="420877"/>
                  <a:pt x="10311873" y="452877"/>
                </a:cubicBezTo>
                <a:lnTo>
                  <a:pt x="10293962" y="472829"/>
                </a:lnTo>
                <a:lnTo>
                  <a:pt x="10258948" y="480290"/>
                </a:lnTo>
                <a:cubicBezTo>
                  <a:pt x="10199228" y="503861"/>
                  <a:pt x="10128364" y="563861"/>
                  <a:pt x="10112363" y="659861"/>
                </a:cubicBezTo>
                <a:lnTo>
                  <a:pt x="10097123" y="754338"/>
                </a:lnTo>
                <a:cubicBezTo>
                  <a:pt x="10071724" y="907735"/>
                  <a:pt x="10058517" y="943291"/>
                  <a:pt x="9993495" y="980878"/>
                </a:cubicBezTo>
                <a:cubicBezTo>
                  <a:pt x="10040229" y="972751"/>
                  <a:pt x="10138778" y="928053"/>
                  <a:pt x="10164177" y="772624"/>
                </a:cubicBezTo>
                <a:lnTo>
                  <a:pt x="10180433" y="677132"/>
                </a:lnTo>
                <a:cubicBezTo>
                  <a:pt x="10204816" y="533892"/>
                  <a:pt x="10233263" y="504433"/>
                  <a:pt x="10268821" y="482083"/>
                </a:cubicBezTo>
                <a:lnTo>
                  <a:pt x="10284523" y="483344"/>
                </a:lnTo>
                <a:lnTo>
                  <a:pt x="10258011" y="512877"/>
                </a:lnTo>
                <a:cubicBezTo>
                  <a:pt x="10242914" y="536877"/>
                  <a:pt x="10231485" y="564877"/>
                  <a:pt x="10226151" y="596877"/>
                </a:cubicBezTo>
                <a:lnTo>
                  <a:pt x="10199736" y="754338"/>
                </a:lnTo>
                <a:cubicBezTo>
                  <a:pt x="10179416" y="876242"/>
                  <a:pt x="10137762" y="943290"/>
                  <a:pt x="10072740" y="980878"/>
                </a:cubicBezTo>
                <a:cubicBezTo>
                  <a:pt x="10113379" y="977830"/>
                  <a:pt x="10241391" y="929068"/>
                  <a:pt x="10264757" y="788877"/>
                </a:cubicBezTo>
                <a:lnTo>
                  <a:pt x="10294221" y="614148"/>
                </a:lnTo>
                <a:cubicBezTo>
                  <a:pt x="10300317" y="578338"/>
                  <a:pt x="10306667" y="549639"/>
                  <a:pt x="10313318" y="526385"/>
                </a:cubicBezTo>
                <a:lnTo>
                  <a:pt x="10321336" y="502034"/>
                </a:lnTo>
                <a:lnTo>
                  <a:pt x="10339971" y="525512"/>
                </a:lnTo>
                <a:cubicBezTo>
                  <a:pt x="10347114" y="536623"/>
                  <a:pt x="10354416" y="549893"/>
                  <a:pt x="10362290" y="565385"/>
                </a:cubicBezTo>
                <a:lnTo>
                  <a:pt x="10376514" y="496305"/>
                </a:lnTo>
                <a:cubicBezTo>
                  <a:pt x="10370926" y="490210"/>
                  <a:pt x="10363052" y="483353"/>
                  <a:pt x="10352512" y="478020"/>
                </a:cubicBezTo>
                <a:lnTo>
                  <a:pt x="10333196" y="473605"/>
                </a:lnTo>
                <a:lnTo>
                  <a:pt x="10334224" y="471290"/>
                </a:lnTo>
                <a:cubicBezTo>
                  <a:pt x="10348829" y="443226"/>
                  <a:pt x="10364830" y="430274"/>
                  <a:pt x="10382609" y="419099"/>
                </a:cubicBezTo>
                <a:cubicBezTo>
                  <a:pt x="10422232" y="414020"/>
                  <a:pt x="10444583" y="440433"/>
                  <a:pt x="10476078" y="502401"/>
                </a:cubicBezTo>
                <a:lnTo>
                  <a:pt x="10490302" y="433321"/>
                </a:lnTo>
                <a:cubicBezTo>
                  <a:pt x="10480143" y="420115"/>
                  <a:pt x="10458807" y="404877"/>
                  <a:pt x="10427312" y="404877"/>
                </a:cubicBezTo>
                <a:close/>
                <a:moveTo>
                  <a:pt x="0" y="0"/>
                </a:moveTo>
                <a:lnTo>
                  <a:pt x="6312214" y="0"/>
                </a:lnTo>
                <a:lnTo>
                  <a:pt x="6672064" y="0"/>
                </a:lnTo>
                <a:lnTo>
                  <a:pt x="12192314" y="0"/>
                </a:lnTo>
                <a:lnTo>
                  <a:pt x="12192314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bIns="540000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D8445225-67E8-314C-A045-CDA2DDC241E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20"/>
          </p:nvPr>
        </p:nvSpPr>
        <p:spPr>
          <a:xfrm>
            <a:off x="2574486" y="1808999"/>
            <a:ext cx="1634133" cy="1904401"/>
          </a:xfrm>
          <a:prstGeom prst="roundRect">
            <a:avLst>
              <a:gd name="adj" fmla="val 8935"/>
            </a:avLst>
          </a:prstGeo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7">
            <a:extLst>
              <a:ext uri="{FF2B5EF4-FFF2-40B4-BE49-F238E27FC236}">
                <a16:creationId xmlns:a16="http://schemas.microsoft.com/office/drawing/2014/main" id="{0E799220-F9D3-484B-A2D8-994E5A3F896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369511" y="1808999"/>
            <a:ext cx="1634133" cy="1904401"/>
          </a:xfrm>
          <a:prstGeom prst="roundRect">
            <a:avLst>
              <a:gd name="adj" fmla="val 8935"/>
            </a:avLst>
          </a:prstGeo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7">
            <a:extLst>
              <a:ext uri="{FF2B5EF4-FFF2-40B4-BE49-F238E27FC236}">
                <a16:creationId xmlns:a16="http://schemas.microsoft.com/office/drawing/2014/main" id="{C2626B4A-E792-0A4E-B4D4-BC4BD98F2ED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164536" y="1808999"/>
            <a:ext cx="1634133" cy="1904401"/>
          </a:xfrm>
          <a:prstGeom prst="roundRect">
            <a:avLst>
              <a:gd name="adj" fmla="val 8935"/>
            </a:avLst>
          </a:prstGeo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7">
            <a:extLst>
              <a:ext uri="{FF2B5EF4-FFF2-40B4-BE49-F238E27FC236}">
                <a16:creationId xmlns:a16="http://schemas.microsoft.com/office/drawing/2014/main" id="{0FCF6CB7-41C4-9F49-89B9-7931AEEE8C9F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959561" y="1808999"/>
            <a:ext cx="1634133" cy="1904401"/>
          </a:xfrm>
          <a:prstGeom prst="roundRect">
            <a:avLst>
              <a:gd name="adj" fmla="val 8935"/>
            </a:avLst>
          </a:prstGeo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4" hasCustomPrompt="1"/>
          </p:nvPr>
        </p:nvSpPr>
        <p:spPr>
          <a:xfrm>
            <a:off x="2574486" y="3429000"/>
            <a:ext cx="1634132" cy="1620933"/>
          </a:xfrm>
          <a:prstGeom prst="roundRect">
            <a:avLst>
              <a:gd name="adj" fmla="val 10485"/>
            </a:avLst>
          </a:prstGeom>
          <a:solidFill>
            <a:schemeClr val="accent1"/>
          </a:solidFill>
        </p:spPr>
        <p:txBody>
          <a:bodyPr lIns="144000" tIns="108000" rIns="144000" bIns="1440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DF491F23-6FE4-7747-AD07-B0E2A8AE016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69511" y="3429000"/>
            <a:ext cx="1634132" cy="1620933"/>
          </a:xfrm>
          <a:prstGeom prst="roundRect">
            <a:avLst>
              <a:gd name="adj" fmla="val 10485"/>
            </a:avLst>
          </a:prstGeom>
          <a:solidFill>
            <a:schemeClr val="accent1"/>
          </a:solidFill>
        </p:spPr>
        <p:txBody>
          <a:bodyPr lIns="144000" tIns="108000" rIns="144000" bIns="1440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22B95DF2-3DB5-A94C-BE0A-0D784CD723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64536" y="3429000"/>
            <a:ext cx="1634132" cy="1620933"/>
          </a:xfrm>
          <a:prstGeom prst="roundRect">
            <a:avLst>
              <a:gd name="adj" fmla="val 10485"/>
            </a:avLst>
          </a:prstGeom>
          <a:solidFill>
            <a:schemeClr val="accent1"/>
          </a:solidFill>
        </p:spPr>
        <p:txBody>
          <a:bodyPr lIns="144000" tIns="108000" rIns="144000" bIns="1440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9567D680-F1E0-844D-85B3-C1F728B7B7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59562" y="3429000"/>
            <a:ext cx="1634132" cy="1620933"/>
          </a:xfrm>
          <a:prstGeom prst="roundRect">
            <a:avLst>
              <a:gd name="adj" fmla="val 10485"/>
            </a:avLst>
          </a:prstGeom>
          <a:solidFill>
            <a:schemeClr val="accent1"/>
          </a:solidFill>
        </p:spPr>
        <p:txBody>
          <a:bodyPr lIns="144000" tIns="108000" rIns="144000" bIns="1440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5" name="Titel 1">
            <a:extLst>
              <a:ext uri="{FF2B5EF4-FFF2-40B4-BE49-F238E27FC236}">
                <a16:creationId xmlns:a16="http://schemas.microsoft.com/office/drawing/2014/main" id="{91CFA21A-8A4C-C14B-B955-1C0F783F06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728838"/>
          </a:xfrm>
        </p:spPr>
        <p:txBody>
          <a:bodyPr wrap="square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</p:spTree>
    <p:extLst>
      <p:ext uri="{BB962C8B-B14F-4D97-AF65-F5344CB8AC3E}">
        <p14:creationId xmlns:p14="http://schemas.microsoft.com/office/powerpoint/2010/main" val="18820106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6C09293-EE06-2D44-A7D0-4351AD618966}"/>
              </a:ext>
            </a:extLst>
          </p:cNvPr>
          <p:cNvSpPr/>
          <p:nvPr userDrawn="1"/>
        </p:nvSpPr>
        <p:spPr>
          <a:xfrm>
            <a:off x="8796213" y="309511"/>
            <a:ext cx="3227834" cy="944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6A25699-FB4C-1746-8982-CCFAA658D10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0"/>
            <a:ext cx="12192314" cy="6858000"/>
          </a:xfrm>
          <a:custGeom>
            <a:avLst/>
            <a:gdLst>
              <a:gd name="connsiteX0" fmla="*/ 11686092 w 12192314"/>
              <a:gd name="connsiteY0" fmla="*/ 647673 h 6858000"/>
              <a:gd name="connsiteX1" fmla="*/ 11749082 w 12192314"/>
              <a:gd name="connsiteY1" fmla="*/ 722847 h 6858000"/>
              <a:gd name="connsiteX2" fmla="*/ 11661708 w 12192314"/>
              <a:gd name="connsiteY2" fmla="*/ 798021 h 6858000"/>
              <a:gd name="connsiteX3" fmla="*/ 11598719 w 12192314"/>
              <a:gd name="connsiteY3" fmla="*/ 722847 h 6858000"/>
              <a:gd name="connsiteX4" fmla="*/ 11686092 w 12192314"/>
              <a:gd name="connsiteY4" fmla="*/ 647673 h 6858000"/>
              <a:gd name="connsiteX5" fmla="*/ 11246179 w 12192314"/>
              <a:gd name="connsiteY5" fmla="*/ 643608 h 6858000"/>
              <a:gd name="connsiteX6" fmla="*/ 11297993 w 12192314"/>
              <a:gd name="connsiteY6" fmla="*/ 697448 h 6858000"/>
              <a:gd name="connsiteX7" fmla="*/ 11175062 w 12192314"/>
              <a:gd name="connsiteY7" fmla="*/ 697448 h 6858000"/>
              <a:gd name="connsiteX8" fmla="*/ 11246179 w 12192314"/>
              <a:gd name="connsiteY8" fmla="*/ 643608 h 6858000"/>
              <a:gd name="connsiteX9" fmla="*/ 10636600 w 12192314"/>
              <a:gd name="connsiteY9" fmla="*/ 614148 h 6858000"/>
              <a:gd name="connsiteX10" fmla="*/ 10616281 w 12192314"/>
              <a:gd name="connsiteY10" fmla="*/ 738084 h 6858000"/>
              <a:gd name="connsiteX11" fmla="*/ 10693494 w 12192314"/>
              <a:gd name="connsiteY11" fmla="*/ 837640 h 6858000"/>
              <a:gd name="connsiteX12" fmla="*/ 10803218 w 12192314"/>
              <a:gd name="connsiteY12" fmla="*/ 738084 h 6858000"/>
              <a:gd name="connsiteX13" fmla="*/ 10823537 w 12192314"/>
              <a:gd name="connsiteY13" fmla="*/ 614148 h 6858000"/>
              <a:gd name="connsiteX14" fmla="*/ 10780866 w 12192314"/>
              <a:gd name="connsiteY14" fmla="*/ 614148 h 6858000"/>
              <a:gd name="connsiteX15" fmla="*/ 10761563 w 12192314"/>
              <a:gd name="connsiteY15" fmla="*/ 734021 h 6858000"/>
              <a:gd name="connsiteX16" fmla="*/ 10700606 w 12192314"/>
              <a:gd name="connsiteY16" fmla="*/ 799037 h 6858000"/>
              <a:gd name="connsiteX17" fmla="*/ 10659967 w 12192314"/>
              <a:gd name="connsiteY17" fmla="*/ 734021 h 6858000"/>
              <a:gd name="connsiteX18" fmla="*/ 10679271 w 12192314"/>
              <a:gd name="connsiteY18" fmla="*/ 614148 h 6858000"/>
              <a:gd name="connsiteX19" fmla="*/ 11692188 w 12192314"/>
              <a:gd name="connsiteY19" fmla="*/ 608053 h 6858000"/>
              <a:gd name="connsiteX20" fmla="*/ 11556048 w 12192314"/>
              <a:gd name="connsiteY20" fmla="*/ 722847 h 6858000"/>
              <a:gd name="connsiteX21" fmla="*/ 11655613 w 12192314"/>
              <a:gd name="connsiteY21" fmla="*/ 837640 h 6858000"/>
              <a:gd name="connsiteX22" fmla="*/ 11791752 w 12192314"/>
              <a:gd name="connsiteY22" fmla="*/ 722847 h 6858000"/>
              <a:gd name="connsiteX23" fmla="*/ 11692188 w 12192314"/>
              <a:gd name="connsiteY23" fmla="*/ 608053 h 6858000"/>
              <a:gd name="connsiteX24" fmla="*/ 11251259 w 12192314"/>
              <a:gd name="connsiteY24" fmla="*/ 608052 h 6858000"/>
              <a:gd name="connsiteX25" fmla="*/ 11125279 w 12192314"/>
              <a:gd name="connsiteY25" fmla="*/ 724878 h 6858000"/>
              <a:gd name="connsiteX26" fmla="*/ 11215701 w 12192314"/>
              <a:gd name="connsiteY26" fmla="*/ 838655 h 6858000"/>
              <a:gd name="connsiteX27" fmla="*/ 11327457 w 12192314"/>
              <a:gd name="connsiteY27" fmla="*/ 779734 h 6858000"/>
              <a:gd name="connsiteX28" fmla="*/ 11294946 w 12192314"/>
              <a:gd name="connsiteY28" fmla="*/ 759418 h 6858000"/>
              <a:gd name="connsiteX29" fmla="*/ 11221796 w 12192314"/>
              <a:gd name="connsiteY29" fmla="*/ 801068 h 6858000"/>
              <a:gd name="connsiteX30" fmla="*/ 11166934 w 12192314"/>
              <a:gd name="connsiteY30" fmla="*/ 728941 h 6858000"/>
              <a:gd name="connsiteX31" fmla="*/ 11334569 w 12192314"/>
              <a:gd name="connsiteY31" fmla="*/ 728941 h 6858000"/>
              <a:gd name="connsiteX32" fmla="*/ 11335585 w 12192314"/>
              <a:gd name="connsiteY32" fmla="*/ 722845 h 6858000"/>
              <a:gd name="connsiteX33" fmla="*/ 11251259 w 12192314"/>
              <a:gd name="connsiteY33" fmla="*/ 608052 h 6858000"/>
              <a:gd name="connsiteX34" fmla="*/ 11499154 w 12192314"/>
              <a:gd name="connsiteY34" fmla="*/ 607037 h 6858000"/>
              <a:gd name="connsiteX35" fmla="*/ 11359967 w 12192314"/>
              <a:gd name="connsiteY35" fmla="*/ 723863 h 6858000"/>
              <a:gd name="connsiteX36" fmla="*/ 11459531 w 12192314"/>
              <a:gd name="connsiteY36" fmla="*/ 837640 h 6858000"/>
              <a:gd name="connsiteX37" fmla="*/ 11522522 w 12192314"/>
              <a:gd name="connsiteY37" fmla="*/ 823418 h 6858000"/>
              <a:gd name="connsiteX38" fmla="*/ 11530650 w 12192314"/>
              <a:gd name="connsiteY38" fmla="*/ 770593 h 6858000"/>
              <a:gd name="connsiteX39" fmla="*/ 11465627 w 12192314"/>
              <a:gd name="connsiteY39" fmla="*/ 799037 h 6858000"/>
              <a:gd name="connsiteX40" fmla="*/ 11401622 w 12192314"/>
              <a:gd name="connsiteY40" fmla="*/ 721830 h 6858000"/>
              <a:gd name="connsiteX41" fmla="*/ 11486963 w 12192314"/>
              <a:gd name="connsiteY41" fmla="*/ 645640 h 6858000"/>
              <a:gd name="connsiteX42" fmla="*/ 11545889 w 12192314"/>
              <a:gd name="connsiteY42" fmla="*/ 675101 h 6858000"/>
              <a:gd name="connsiteX43" fmla="*/ 11555033 w 12192314"/>
              <a:gd name="connsiteY43" fmla="*/ 621259 h 6858000"/>
              <a:gd name="connsiteX44" fmla="*/ 11499154 w 12192314"/>
              <a:gd name="connsiteY44" fmla="*/ 607037 h 6858000"/>
              <a:gd name="connsiteX45" fmla="*/ 11112072 w 12192314"/>
              <a:gd name="connsiteY45" fmla="*/ 607037 h 6858000"/>
              <a:gd name="connsiteX46" fmla="*/ 11045019 w 12192314"/>
              <a:gd name="connsiteY46" fmla="*/ 648687 h 6858000"/>
              <a:gd name="connsiteX47" fmla="*/ 11044002 w 12192314"/>
              <a:gd name="connsiteY47" fmla="*/ 648687 h 6858000"/>
              <a:gd name="connsiteX48" fmla="*/ 11049082 w 12192314"/>
              <a:gd name="connsiteY48" fmla="*/ 613133 h 6858000"/>
              <a:gd name="connsiteX49" fmla="*/ 11006412 w 12192314"/>
              <a:gd name="connsiteY49" fmla="*/ 613133 h 6858000"/>
              <a:gd name="connsiteX50" fmla="*/ 10971869 w 12192314"/>
              <a:gd name="connsiteY50" fmla="*/ 829513 h 6858000"/>
              <a:gd name="connsiteX51" fmla="*/ 11014540 w 12192314"/>
              <a:gd name="connsiteY51" fmla="*/ 829513 h 6858000"/>
              <a:gd name="connsiteX52" fmla="*/ 11031811 w 12192314"/>
              <a:gd name="connsiteY52" fmla="*/ 722846 h 6858000"/>
              <a:gd name="connsiteX53" fmla="*/ 11095816 w 12192314"/>
              <a:gd name="connsiteY53" fmla="*/ 645640 h 6858000"/>
              <a:gd name="connsiteX54" fmla="*/ 11120200 w 12192314"/>
              <a:gd name="connsiteY54" fmla="*/ 654783 h 6858000"/>
              <a:gd name="connsiteX55" fmla="*/ 11145599 w 12192314"/>
              <a:gd name="connsiteY55" fmla="*/ 617196 h 6858000"/>
              <a:gd name="connsiteX56" fmla="*/ 11112072 w 12192314"/>
              <a:gd name="connsiteY56" fmla="*/ 607037 h 6858000"/>
              <a:gd name="connsiteX57" fmla="*/ 10520780 w 12192314"/>
              <a:gd name="connsiteY57" fmla="*/ 607037 h 6858000"/>
              <a:gd name="connsiteX58" fmla="*/ 10447631 w 12192314"/>
              <a:gd name="connsiteY58" fmla="*/ 642593 h 6858000"/>
              <a:gd name="connsiteX59" fmla="*/ 10452710 w 12192314"/>
              <a:gd name="connsiteY59" fmla="*/ 614149 h 6858000"/>
              <a:gd name="connsiteX60" fmla="*/ 10410040 w 12192314"/>
              <a:gd name="connsiteY60" fmla="*/ 614149 h 6858000"/>
              <a:gd name="connsiteX61" fmla="*/ 10374481 w 12192314"/>
              <a:gd name="connsiteY61" fmla="*/ 829513 h 6858000"/>
              <a:gd name="connsiteX62" fmla="*/ 10417152 w 12192314"/>
              <a:gd name="connsiteY62" fmla="*/ 829513 h 6858000"/>
              <a:gd name="connsiteX63" fmla="*/ 10433407 w 12192314"/>
              <a:gd name="connsiteY63" fmla="*/ 729958 h 6858000"/>
              <a:gd name="connsiteX64" fmla="*/ 10502493 w 12192314"/>
              <a:gd name="connsiteY64" fmla="*/ 643608 h 6858000"/>
              <a:gd name="connsiteX65" fmla="*/ 10541099 w 12192314"/>
              <a:gd name="connsiteY65" fmla="*/ 705577 h 6858000"/>
              <a:gd name="connsiteX66" fmla="*/ 10520780 w 12192314"/>
              <a:gd name="connsiteY66" fmla="*/ 829513 h 6858000"/>
              <a:gd name="connsiteX67" fmla="*/ 10563450 w 12192314"/>
              <a:gd name="connsiteY67" fmla="*/ 829513 h 6858000"/>
              <a:gd name="connsiteX68" fmla="*/ 10583769 w 12192314"/>
              <a:gd name="connsiteY68" fmla="*/ 700498 h 6858000"/>
              <a:gd name="connsiteX69" fmla="*/ 10520780 w 12192314"/>
              <a:gd name="connsiteY69" fmla="*/ 607037 h 6858000"/>
              <a:gd name="connsiteX70" fmla="*/ 10897703 w 12192314"/>
              <a:gd name="connsiteY70" fmla="*/ 545068 h 6858000"/>
              <a:gd name="connsiteX71" fmla="*/ 10886528 w 12192314"/>
              <a:gd name="connsiteY71" fmla="*/ 614148 h 6858000"/>
              <a:gd name="connsiteX72" fmla="*/ 10864176 w 12192314"/>
              <a:gd name="connsiteY72" fmla="*/ 614148 h 6858000"/>
              <a:gd name="connsiteX73" fmla="*/ 10857065 w 12192314"/>
              <a:gd name="connsiteY73" fmla="*/ 652751 h 6858000"/>
              <a:gd name="connsiteX74" fmla="*/ 10880432 w 12192314"/>
              <a:gd name="connsiteY74" fmla="*/ 652751 h 6858000"/>
              <a:gd name="connsiteX75" fmla="*/ 10851985 w 12192314"/>
              <a:gd name="connsiteY75" fmla="*/ 830528 h 6858000"/>
              <a:gd name="connsiteX76" fmla="*/ 10894656 w 12192314"/>
              <a:gd name="connsiteY76" fmla="*/ 830528 h 6858000"/>
              <a:gd name="connsiteX77" fmla="*/ 10923102 w 12192314"/>
              <a:gd name="connsiteY77" fmla="*/ 652751 h 6858000"/>
              <a:gd name="connsiteX78" fmla="*/ 10970853 w 12192314"/>
              <a:gd name="connsiteY78" fmla="*/ 652751 h 6858000"/>
              <a:gd name="connsiteX79" fmla="*/ 10976949 w 12192314"/>
              <a:gd name="connsiteY79" fmla="*/ 614148 h 6858000"/>
              <a:gd name="connsiteX80" fmla="*/ 10929198 w 12192314"/>
              <a:gd name="connsiteY80" fmla="*/ 614148 h 6858000"/>
              <a:gd name="connsiteX81" fmla="*/ 10940374 w 12192314"/>
              <a:gd name="connsiteY81" fmla="*/ 545068 h 6858000"/>
              <a:gd name="connsiteX82" fmla="*/ 10427312 w 12192314"/>
              <a:gd name="connsiteY82" fmla="*/ 404877 h 6858000"/>
              <a:gd name="connsiteX83" fmla="*/ 10311873 w 12192314"/>
              <a:gd name="connsiteY83" fmla="*/ 452877 h 6858000"/>
              <a:gd name="connsiteX84" fmla="*/ 10293962 w 12192314"/>
              <a:gd name="connsiteY84" fmla="*/ 472829 h 6858000"/>
              <a:gd name="connsiteX85" fmla="*/ 10258948 w 12192314"/>
              <a:gd name="connsiteY85" fmla="*/ 480290 h 6858000"/>
              <a:gd name="connsiteX86" fmla="*/ 10112363 w 12192314"/>
              <a:gd name="connsiteY86" fmla="*/ 659861 h 6858000"/>
              <a:gd name="connsiteX87" fmla="*/ 10097123 w 12192314"/>
              <a:gd name="connsiteY87" fmla="*/ 754338 h 6858000"/>
              <a:gd name="connsiteX88" fmla="*/ 9993495 w 12192314"/>
              <a:gd name="connsiteY88" fmla="*/ 980878 h 6858000"/>
              <a:gd name="connsiteX89" fmla="*/ 10164177 w 12192314"/>
              <a:gd name="connsiteY89" fmla="*/ 772624 h 6858000"/>
              <a:gd name="connsiteX90" fmla="*/ 10180433 w 12192314"/>
              <a:gd name="connsiteY90" fmla="*/ 677132 h 6858000"/>
              <a:gd name="connsiteX91" fmla="*/ 10268821 w 12192314"/>
              <a:gd name="connsiteY91" fmla="*/ 482083 h 6858000"/>
              <a:gd name="connsiteX92" fmla="*/ 10284523 w 12192314"/>
              <a:gd name="connsiteY92" fmla="*/ 483344 h 6858000"/>
              <a:gd name="connsiteX93" fmla="*/ 10258011 w 12192314"/>
              <a:gd name="connsiteY93" fmla="*/ 512877 h 6858000"/>
              <a:gd name="connsiteX94" fmla="*/ 10226151 w 12192314"/>
              <a:gd name="connsiteY94" fmla="*/ 596877 h 6858000"/>
              <a:gd name="connsiteX95" fmla="*/ 10199736 w 12192314"/>
              <a:gd name="connsiteY95" fmla="*/ 754338 h 6858000"/>
              <a:gd name="connsiteX96" fmla="*/ 10072740 w 12192314"/>
              <a:gd name="connsiteY96" fmla="*/ 980878 h 6858000"/>
              <a:gd name="connsiteX97" fmla="*/ 10264757 w 12192314"/>
              <a:gd name="connsiteY97" fmla="*/ 788877 h 6858000"/>
              <a:gd name="connsiteX98" fmla="*/ 10294221 w 12192314"/>
              <a:gd name="connsiteY98" fmla="*/ 614148 h 6858000"/>
              <a:gd name="connsiteX99" fmla="*/ 10313318 w 12192314"/>
              <a:gd name="connsiteY99" fmla="*/ 526385 h 6858000"/>
              <a:gd name="connsiteX100" fmla="*/ 10321336 w 12192314"/>
              <a:gd name="connsiteY100" fmla="*/ 502034 h 6858000"/>
              <a:gd name="connsiteX101" fmla="*/ 10339971 w 12192314"/>
              <a:gd name="connsiteY101" fmla="*/ 525512 h 6858000"/>
              <a:gd name="connsiteX102" fmla="*/ 10362290 w 12192314"/>
              <a:gd name="connsiteY102" fmla="*/ 565385 h 6858000"/>
              <a:gd name="connsiteX103" fmla="*/ 10376514 w 12192314"/>
              <a:gd name="connsiteY103" fmla="*/ 496305 h 6858000"/>
              <a:gd name="connsiteX104" fmla="*/ 10352512 w 12192314"/>
              <a:gd name="connsiteY104" fmla="*/ 478020 h 6858000"/>
              <a:gd name="connsiteX105" fmla="*/ 10333196 w 12192314"/>
              <a:gd name="connsiteY105" fmla="*/ 473605 h 6858000"/>
              <a:gd name="connsiteX106" fmla="*/ 10334224 w 12192314"/>
              <a:gd name="connsiteY106" fmla="*/ 471290 h 6858000"/>
              <a:gd name="connsiteX107" fmla="*/ 10382609 w 12192314"/>
              <a:gd name="connsiteY107" fmla="*/ 419099 h 6858000"/>
              <a:gd name="connsiteX108" fmla="*/ 10476078 w 12192314"/>
              <a:gd name="connsiteY108" fmla="*/ 502401 h 6858000"/>
              <a:gd name="connsiteX109" fmla="*/ 10490302 w 12192314"/>
              <a:gd name="connsiteY109" fmla="*/ 433321 h 6858000"/>
              <a:gd name="connsiteX110" fmla="*/ 10427312 w 12192314"/>
              <a:gd name="connsiteY110" fmla="*/ 404877 h 6858000"/>
              <a:gd name="connsiteX111" fmla="*/ 0 w 12192314"/>
              <a:gd name="connsiteY111" fmla="*/ 0 h 6858000"/>
              <a:gd name="connsiteX112" fmla="*/ 6312214 w 12192314"/>
              <a:gd name="connsiteY112" fmla="*/ 0 h 6858000"/>
              <a:gd name="connsiteX113" fmla="*/ 6672064 w 12192314"/>
              <a:gd name="connsiteY113" fmla="*/ 0 h 6858000"/>
              <a:gd name="connsiteX114" fmla="*/ 12192314 w 12192314"/>
              <a:gd name="connsiteY114" fmla="*/ 0 h 6858000"/>
              <a:gd name="connsiteX115" fmla="*/ 12192314 w 12192314"/>
              <a:gd name="connsiteY115" fmla="*/ 6858000 h 6858000"/>
              <a:gd name="connsiteX116" fmla="*/ 6672064 w 12192314"/>
              <a:gd name="connsiteY116" fmla="*/ 6858000 h 6858000"/>
              <a:gd name="connsiteX117" fmla="*/ 6312214 w 12192314"/>
              <a:gd name="connsiteY117" fmla="*/ 6858000 h 6858000"/>
              <a:gd name="connsiteX118" fmla="*/ 0 w 12192314"/>
              <a:gd name="connsiteY1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12192314" h="6858000">
                <a:moveTo>
                  <a:pt x="11686092" y="647673"/>
                </a:moveTo>
                <a:cubicBezTo>
                  <a:pt x="11727747" y="647673"/>
                  <a:pt x="11756193" y="681196"/>
                  <a:pt x="11749082" y="722847"/>
                </a:cubicBezTo>
                <a:cubicBezTo>
                  <a:pt x="11742986" y="763482"/>
                  <a:pt x="11703363" y="798021"/>
                  <a:pt x="11661708" y="798021"/>
                </a:cubicBezTo>
                <a:cubicBezTo>
                  <a:pt x="11620054" y="798021"/>
                  <a:pt x="11592623" y="763482"/>
                  <a:pt x="11598719" y="722847"/>
                </a:cubicBezTo>
                <a:cubicBezTo>
                  <a:pt x="11605831" y="681196"/>
                  <a:pt x="11644437" y="646656"/>
                  <a:pt x="11686092" y="647673"/>
                </a:cubicBezTo>
                <a:close/>
                <a:moveTo>
                  <a:pt x="11246179" y="643608"/>
                </a:moveTo>
                <a:cubicBezTo>
                  <a:pt x="11279706" y="643608"/>
                  <a:pt x="11297993" y="664941"/>
                  <a:pt x="11297993" y="697448"/>
                </a:cubicBezTo>
                <a:lnTo>
                  <a:pt x="11175062" y="697448"/>
                </a:lnTo>
                <a:cubicBezTo>
                  <a:pt x="11185221" y="666973"/>
                  <a:pt x="11213668" y="643608"/>
                  <a:pt x="11246179" y="643608"/>
                </a:cubicBezTo>
                <a:close/>
                <a:moveTo>
                  <a:pt x="10636600" y="614148"/>
                </a:moveTo>
                <a:lnTo>
                  <a:pt x="10616281" y="738084"/>
                </a:lnTo>
                <a:cubicBezTo>
                  <a:pt x="10607137" y="797005"/>
                  <a:pt x="10628473" y="837640"/>
                  <a:pt x="10693494" y="837640"/>
                </a:cubicBezTo>
                <a:cubicBezTo>
                  <a:pt x="10758516" y="837640"/>
                  <a:pt x="10794075" y="797005"/>
                  <a:pt x="10803218" y="738084"/>
                </a:cubicBezTo>
                <a:lnTo>
                  <a:pt x="10823537" y="614148"/>
                </a:lnTo>
                <a:lnTo>
                  <a:pt x="10780866" y="614148"/>
                </a:lnTo>
                <a:lnTo>
                  <a:pt x="10761563" y="734021"/>
                </a:lnTo>
                <a:cubicBezTo>
                  <a:pt x="10756484" y="768561"/>
                  <a:pt x="10742260" y="799037"/>
                  <a:pt x="10700606" y="799037"/>
                </a:cubicBezTo>
                <a:cubicBezTo>
                  <a:pt x="10657935" y="799037"/>
                  <a:pt x="10653872" y="768561"/>
                  <a:pt x="10659967" y="734021"/>
                </a:cubicBezTo>
                <a:lnTo>
                  <a:pt x="10679271" y="614148"/>
                </a:lnTo>
                <a:close/>
                <a:moveTo>
                  <a:pt x="11692188" y="608053"/>
                </a:moveTo>
                <a:cubicBezTo>
                  <a:pt x="11626150" y="608053"/>
                  <a:pt x="11566208" y="657830"/>
                  <a:pt x="11556048" y="722847"/>
                </a:cubicBezTo>
                <a:cubicBezTo>
                  <a:pt x="11545889" y="787863"/>
                  <a:pt x="11589575" y="837640"/>
                  <a:pt x="11655613" y="837640"/>
                </a:cubicBezTo>
                <a:cubicBezTo>
                  <a:pt x="11721650" y="837640"/>
                  <a:pt x="11781592" y="787863"/>
                  <a:pt x="11791752" y="722847"/>
                </a:cubicBezTo>
                <a:cubicBezTo>
                  <a:pt x="11802928" y="657830"/>
                  <a:pt x="11759242" y="607037"/>
                  <a:pt x="11692188" y="608053"/>
                </a:cubicBezTo>
                <a:close/>
                <a:moveTo>
                  <a:pt x="11251259" y="608052"/>
                </a:moveTo>
                <a:cubicBezTo>
                  <a:pt x="11180142" y="608052"/>
                  <a:pt x="11136454" y="658845"/>
                  <a:pt x="11125279" y="724878"/>
                </a:cubicBezTo>
                <a:cubicBezTo>
                  <a:pt x="11115120" y="788878"/>
                  <a:pt x="11148647" y="838655"/>
                  <a:pt x="11215701" y="838655"/>
                </a:cubicBezTo>
                <a:cubicBezTo>
                  <a:pt x="11258371" y="838655"/>
                  <a:pt x="11301042" y="817322"/>
                  <a:pt x="11327457" y="779734"/>
                </a:cubicBezTo>
                <a:lnTo>
                  <a:pt x="11294946" y="759418"/>
                </a:lnTo>
                <a:cubicBezTo>
                  <a:pt x="11274627" y="784814"/>
                  <a:pt x="11254307" y="801068"/>
                  <a:pt x="11221796" y="801068"/>
                </a:cubicBezTo>
                <a:cubicBezTo>
                  <a:pt x="11181158" y="801068"/>
                  <a:pt x="11161854" y="765512"/>
                  <a:pt x="11166934" y="728941"/>
                </a:cubicBezTo>
                <a:lnTo>
                  <a:pt x="11334569" y="728941"/>
                </a:lnTo>
                <a:lnTo>
                  <a:pt x="11335585" y="722845"/>
                </a:lnTo>
                <a:cubicBezTo>
                  <a:pt x="11345744" y="658845"/>
                  <a:pt x="11321361" y="608052"/>
                  <a:pt x="11251259" y="608052"/>
                </a:cubicBezTo>
                <a:close/>
                <a:moveTo>
                  <a:pt x="11499154" y="607037"/>
                </a:moveTo>
                <a:cubicBezTo>
                  <a:pt x="11431085" y="607037"/>
                  <a:pt x="11371142" y="656815"/>
                  <a:pt x="11359967" y="723863"/>
                </a:cubicBezTo>
                <a:cubicBezTo>
                  <a:pt x="11348791" y="788878"/>
                  <a:pt x="11394510" y="837640"/>
                  <a:pt x="11459531" y="837640"/>
                </a:cubicBezTo>
                <a:cubicBezTo>
                  <a:pt x="11481883" y="837640"/>
                  <a:pt x="11501186" y="833577"/>
                  <a:pt x="11522522" y="823418"/>
                </a:cubicBezTo>
                <a:lnTo>
                  <a:pt x="11530650" y="770593"/>
                </a:lnTo>
                <a:cubicBezTo>
                  <a:pt x="11511346" y="787863"/>
                  <a:pt x="11490011" y="799037"/>
                  <a:pt x="11465627" y="799037"/>
                </a:cubicBezTo>
                <a:cubicBezTo>
                  <a:pt x="11420925" y="799037"/>
                  <a:pt x="11394510" y="766529"/>
                  <a:pt x="11401622" y="721830"/>
                </a:cubicBezTo>
                <a:cubicBezTo>
                  <a:pt x="11407717" y="681196"/>
                  <a:pt x="11445308" y="645640"/>
                  <a:pt x="11486963" y="645640"/>
                </a:cubicBezTo>
                <a:cubicBezTo>
                  <a:pt x="11513378" y="645640"/>
                  <a:pt x="11531666" y="655799"/>
                  <a:pt x="11545889" y="675101"/>
                </a:cubicBezTo>
                <a:lnTo>
                  <a:pt x="11555033" y="621259"/>
                </a:lnTo>
                <a:cubicBezTo>
                  <a:pt x="11539793" y="612116"/>
                  <a:pt x="11518457" y="607037"/>
                  <a:pt x="11499154" y="607037"/>
                </a:cubicBezTo>
                <a:close/>
                <a:moveTo>
                  <a:pt x="11112072" y="607037"/>
                </a:moveTo>
                <a:cubicBezTo>
                  <a:pt x="11083625" y="607037"/>
                  <a:pt x="11059242" y="623291"/>
                  <a:pt x="11045019" y="648687"/>
                </a:cubicBezTo>
                <a:lnTo>
                  <a:pt x="11044002" y="648687"/>
                </a:lnTo>
                <a:lnTo>
                  <a:pt x="11049082" y="613133"/>
                </a:lnTo>
                <a:lnTo>
                  <a:pt x="11006412" y="613133"/>
                </a:lnTo>
                <a:lnTo>
                  <a:pt x="10971869" y="829513"/>
                </a:lnTo>
                <a:lnTo>
                  <a:pt x="11014540" y="829513"/>
                </a:lnTo>
                <a:lnTo>
                  <a:pt x="11031811" y="722846"/>
                </a:lnTo>
                <a:cubicBezTo>
                  <a:pt x="11037907" y="687291"/>
                  <a:pt x="11050098" y="645640"/>
                  <a:pt x="11095816" y="645640"/>
                </a:cubicBezTo>
                <a:cubicBezTo>
                  <a:pt x="11105977" y="645640"/>
                  <a:pt x="11114105" y="648687"/>
                  <a:pt x="11120200" y="654783"/>
                </a:cubicBezTo>
                <a:lnTo>
                  <a:pt x="11145599" y="617196"/>
                </a:lnTo>
                <a:cubicBezTo>
                  <a:pt x="11135440" y="611100"/>
                  <a:pt x="11124264" y="607037"/>
                  <a:pt x="11112072" y="607037"/>
                </a:cubicBezTo>
                <a:close/>
                <a:moveTo>
                  <a:pt x="10520780" y="607037"/>
                </a:moveTo>
                <a:cubicBezTo>
                  <a:pt x="10494365" y="607037"/>
                  <a:pt x="10465918" y="619227"/>
                  <a:pt x="10447631" y="642593"/>
                </a:cubicBezTo>
                <a:lnTo>
                  <a:pt x="10452710" y="614149"/>
                </a:lnTo>
                <a:lnTo>
                  <a:pt x="10410040" y="614149"/>
                </a:lnTo>
                <a:lnTo>
                  <a:pt x="10374481" y="829513"/>
                </a:lnTo>
                <a:lnTo>
                  <a:pt x="10417152" y="829513"/>
                </a:lnTo>
                <a:lnTo>
                  <a:pt x="10433407" y="729958"/>
                </a:lnTo>
                <a:cubicBezTo>
                  <a:pt x="10440519" y="690339"/>
                  <a:pt x="10447631" y="643608"/>
                  <a:pt x="10502493" y="643608"/>
                </a:cubicBezTo>
                <a:cubicBezTo>
                  <a:pt x="10546179" y="643608"/>
                  <a:pt x="10547195" y="669005"/>
                  <a:pt x="10541099" y="705577"/>
                </a:cubicBezTo>
                <a:lnTo>
                  <a:pt x="10520780" y="829513"/>
                </a:lnTo>
                <a:lnTo>
                  <a:pt x="10563450" y="829513"/>
                </a:lnTo>
                <a:lnTo>
                  <a:pt x="10583769" y="700498"/>
                </a:lnTo>
                <a:cubicBezTo>
                  <a:pt x="10591897" y="647672"/>
                  <a:pt x="10582753" y="607037"/>
                  <a:pt x="10520780" y="607037"/>
                </a:cubicBezTo>
                <a:close/>
                <a:moveTo>
                  <a:pt x="10897703" y="545068"/>
                </a:moveTo>
                <a:lnTo>
                  <a:pt x="10886528" y="614148"/>
                </a:lnTo>
                <a:lnTo>
                  <a:pt x="10864176" y="614148"/>
                </a:lnTo>
                <a:lnTo>
                  <a:pt x="10857065" y="652751"/>
                </a:lnTo>
                <a:lnTo>
                  <a:pt x="10880432" y="652751"/>
                </a:lnTo>
                <a:lnTo>
                  <a:pt x="10851985" y="830528"/>
                </a:lnTo>
                <a:lnTo>
                  <a:pt x="10894656" y="830528"/>
                </a:lnTo>
                <a:lnTo>
                  <a:pt x="10923102" y="652751"/>
                </a:lnTo>
                <a:lnTo>
                  <a:pt x="10970853" y="652751"/>
                </a:lnTo>
                <a:lnTo>
                  <a:pt x="10976949" y="614148"/>
                </a:lnTo>
                <a:lnTo>
                  <a:pt x="10929198" y="614148"/>
                </a:lnTo>
                <a:lnTo>
                  <a:pt x="10940374" y="545068"/>
                </a:lnTo>
                <a:close/>
                <a:moveTo>
                  <a:pt x="10427312" y="404877"/>
                </a:moveTo>
                <a:cubicBezTo>
                  <a:pt x="10396833" y="404877"/>
                  <a:pt x="10351877" y="420877"/>
                  <a:pt x="10311873" y="452877"/>
                </a:cubicBezTo>
                <a:lnTo>
                  <a:pt x="10293962" y="472829"/>
                </a:lnTo>
                <a:lnTo>
                  <a:pt x="10258948" y="480290"/>
                </a:lnTo>
                <a:cubicBezTo>
                  <a:pt x="10199228" y="503861"/>
                  <a:pt x="10128364" y="563861"/>
                  <a:pt x="10112363" y="659861"/>
                </a:cubicBezTo>
                <a:lnTo>
                  <a:pt x="10097123" y="754338"/>
                </a:lnTo>
                <a:cubicBezTo>
                  <a:pt x="10071724" y="907735"/>
                  <a:pt x="10058517" y="943291"/>
                  <a:pt x="9993495" y="980878"/>
                </a:cubicBezTo>
                <a:cubicBezTo>
                  <a:pt x="10040229" y="972751"/>
                  <a:pt x="10138778" y="928053"/>
                  <a:pt x="10164177" y="772624"/>
                </a:cubicBezTo>
                <a:lnTo>
                  <a:pt x="10180433" y="677132"/>
                </a:lnTo>
                <a:cubicBezTo>
                  <a:pt x="10204816" y="533892"/>
                  <a:pt x="10233263" y="504433"/>
                  <a:pt x="10268821" y="482083"/>
                </a:cubicBezTo>
                <a:lnTo>
                  <a:pt x="10284523" y="483344"/>
                </a:lnTo>
                <a:lnTo>
                  <a:pt x="10258011" y="512877"/>
                </a:lnTo>
                <a:cubicBezTo>
                  <a:pt x="10242914" y="536877"/>
                  <a:pt x="10231485" y="564877"/>
                  <a:pt x="10226151" y="596877"/>
                </a:cubicBezTo>
                <a:lnTo>
                  <a:pt x="10199736" y="754338"/>
                </a:lnTo>
                <a:cubicBezTo>
                  <a:pt x="10179416" y="876242"/>
                  <a:pt x="10137762" y="943290"/>
                  <a:pt x="10072740" y="980878"/>
                </a:cubicBezTo>
                <a:cubicBezTo>
                  <a:pt x="10113379" y="977830"/>
                  <a:pt x="10241391" y="929068"/>
                  <a:pt x="10264757" y="788877"/>
                </a:cubicBezTo>
                <a:lnTo>
                  <a:pt x="10294221" y="614148"/>
                </a:lnTo>
                <a:cubicBezTo>
                  <a:pt x="10300317" y="578338"/>
                  <a:pt x="10306667" y="549639"/>
                  <a:pt x="10313318" y="526385"/>
                </a:cubicBezTo>
                <a:lnTo>
                  <a:pt x="10321336" y="502034"/>
                </a:lnTo>
                <a:lnTo>
                  <a:pt x="10339971" y="525512"/>
                </a:lnTo>
                <a:cubicBezTo>
                  <a:pt x="10347114" y="536623"/>
                  <a:pt x="10354416" y="549893"/>
                  <a:pt x="10362290" y="565385"/>
                </a:cubicBezTo>
                <a:lnTo>
                  <a:pt x="10376514" y="496305"/>
                </a:lnTo>
                <a:cubicBezTo>
                  <a:pt x="10370926" y="490210"/>
                  <a:pt x="10363052" y="483353"/>
                  <a:pt x="10352512" y="478020"/>
                </a:cubicBezTo>
                <a:lnTo>
                  <a:pt x="10333196" y="473605"/>
                </a:lnTo>
                <a:lnTo>
                  <a:pt x="10334224" y="471290"/>
                </a:lnTo>
                <a:cubicBezTo>
                  <a:pt x="10348829" y="443226"/>
                  <a:pt x="10364830" y="430274"/>
                  <a:pt x="10382609" y="419099"/>
                </a:cubicBezTo>
                <a:cubicBezTo>
                  <a:pt x="10422232" y="414020"/>
                  <a:pt x="10444583" y="440433"/>
                  <a:pt x="10476078" y="502401"/>
                </a:cubicBezTo>
                <a:lnTo>
                  <a:pt x="10490302" y="433321"/>
                </a:lnTo>
                <a:cubicBezTo>
                  <a:pt x="10480143" y="420115"/>
                  <a:pt x="10458807" y="404877"/>
                  <a:pt x="10427312" y="404877"/>
                </a:cubicBezTo>
                <a:close/>
                <a:moveTo>
                  <a:pt x="0" y="0"/>
                </a:moveTo>
                <a:lnTo>
                  <a:pt x="6312214" y="0"/>
                </a:lnTo>
                <a:lnTo>
                  <a:pt x="6672064" y="0"/>
                </a:lnTo>
                <a:lnTo>
                  <a:pt x="12192314" y="0"/>
                </a:lnTo>
                <a:lnTo>
                  <a:pt x="12192314" y="6858000"/>
                </a:lnTo>
                <a:lnTo>
                  <a:pt x="6672064" y="6858000"/>
                </a:lnTo>
                <a:lnTo>
                  <a:pt x="631221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D8445225-67E8-314C-A045-CDA2DDC241E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35" name="Titel 1">
            <a:extLst>
              <a:ext uri="{FF2B5EF4-FFF2-40B4-BE49-F238E27FC236}">
                <a16:creationId xmlns:a16="http://schemas.microsoft.com/office/drawing/2014/main" id="{91CFA21A-8A4C-C14B-B955-1C0F783F06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728838"/>
          </a:xfrm>
        </p:spPr>
        <p:txBody>
          <a:bodyPr wrap="square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01056547-C68A-0D44-934C-0E0235B611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39788" y="1989138"/>
            <a:ext cx="4602556" cy="3835662"/>
          </a:xfrm>
          <a:prstGeom prst="roundRect">
            <a:avLst>
              <a:gd name="adj" fmla="val 3354"/>
            </a:avLst>
          </a:prstGeom>
          <a:solidFill>
            <a:schemeClr val="bg1">
              <a:alpha val="90000"/>
            </a:schemeClr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3804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0">
              <a:lnSpc>
                <a:spcPct val="100000"/>
              </a:lnSpc>
              <a:buFont typeface="Arial" charset="0"/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708409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A8987653-8F1E-E247-941B-5527E67A373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919792"/>
      </p:ext>
    </p:extLst>
  </p:cSld>
  <p:clrMapOvr>
    <a:masterClrMapping/>
  </p:clrMapOvr>
  <p:hf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CE022830-7B80-4642-BECD-B26C4DC73D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620729"/>
            <a:ext cx="12192000" cy="5237271"/>
          </a:xfrm>
          <a:custGeom>
            <a:avLst/>
            <a:gdLst>
              <a:gd name="connsiteX0" fmla="*/ 12173272 w 12173272"/>
              <a:gd name="connsiteY0" fmla="*/ 6 h 5329777"/>
              <a:gd name="connsiteX1" fmla="*/ 12173272 w 12173272"/>
              <a:gd name="connsiteY1" fmla="*/ 5329777 h 5329777"/>
              <a:gd name="connsiteX2" fmla="*/ 0 w 12173272"/>
              <a:gd name="connsiteY2" fmla="*/ 5329777 h 5329777"/>
              <a:gd name="connsiteX3" fmla="*/ 0 w 12173272"/>
              <a:gd name="connsiteY3" fmla="*/ 649080 h 5329777"/>
              <a:gd name="connsiteX4" fmla="*/ 36747 w 12173272"/>
              <a:gd name="connsiteY4" fmla="*/ 664568 h 5329777"/>
              <a:gd name="connsiteX5" fmla="*/ 3394397 w 12173272"/>
              <a:gd name="connsiteY5" fmla="*/ 1192861 h 5329777"/>
              <a:gd name="connsiteX6" fmla="*/ 9590092 w 12173272"/>
              <a:gd name="connsiteY6" fmla="*/ 247460 h 5329777"/>
              <a:gd name="connsiteX7" fmla="*/ 12173272 w 12173272"/>
              <a:gd name="connsiteY7" fmla="*/ 6 h 5329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73272" h="5329777">
                <a:moveTo>
                  <a:pt x="12173272" y="6"/>
                </a:moveTo>
                <a:lnTo>
                  <a:pt x="12173272" y="5329777"/>
                </a:lnTo>
                <a:lnTo>
                  <a:pt x="0" y="5329777"/>
                </a:lnTo>
                <a:lnTo>
                  <a:pt x="0" y="649080"/>
                </a:lnTo>
                <a:lnTo>
                  <a:pt x="36747" y="664568"/>
                </a:lnTo>
                <a:cubicBezTo>
                  <a:pt x="294913" y="770226"/>
                  <a:pt x="1449154" y="1192861"/>
                  <a:pt x="3394397" y="1192861"/>
                </a:cubicBezTo>
                <a:cubicBezTo>
                  <a:pt x="5377502" y="1192861"/>
                  <a:pt x="7534597" y="532984"/>
                  <a:pt x="9590092" y="247460"/>
                </a:cubicBezTo>
                <a:cubicBezTo>
                  <a:pt x="11404287" y="-4435"/>
                  <a:pt x="12173272" y="6"/>
                  <a:pt x="12173272" y="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Footer Placeholder 1"/>
          <p:cNvSpPr>
            <a:spLocks noGrp="1"/>
          </p:cNvSpPr>
          <p:nvPr userDrawn="1"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4" name="Tijdelijke aanduiding voor titel 1">
            <a:extLst>
              <a:ext uri="{FF2B5EF4-FFF2-40B4-BE49-F238E27FC236}">
                <a16:creationId xmlns:a16="http://schemas.microsoft.com/office/drawing/2014/main" id="{B805A98A-EE60-8A4A-AC10-5FE22EF7E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692696"/>
            <a:ext cx="10512425" cy="129644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r>
              <a:rPr lang="en-GB"/>
              <a:t>Thank you</a:t>
            </a:r>
          </a:p>
        </p:txBody>
      </p:sp>
      <p:sp>
        <p:nvSpPr>
          <p:cNvPr id="22" name="Tijdelijke aanduiding voor dianummer 5">
            <a:extLst>
              <a:ext uri="{FF2B5EF4-FFF2-40B4-BE49-F238E27FC236}">
                <a16:creationId xmlns:a16="http://schemas.microsoft.com/office/drawing/2014/main" id="{7BD98785-612D-6449-9480-6E8F47899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96000" y="5977252"/>
            <a:ext cx="6096000" cy="87884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0" tIns="251999" rIns="396000" bIns="0" rtlCol="0" anchor="ctr" anchorCtr="0"/>
          <a:lstStyle>
            <a:lvl1pPr algn="r">
              <a:defRPr sz="16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endParaRPr lang="en-GB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97036F5A-4F41-9642-8812-E040E741F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3181" y="404813"/>
            <a:ext cx="179838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088811"/>
      </p:ext>
    </p:extLst>
  </p:cSld>
  <p:clrMapOvr>
    <a:masterClrMapping/>
  </p:clrMapOvr>
  <p:hf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dark blue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58052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endParaRPr lang="en-GB" sz="1800" baseline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4400" y="347896"/>
            <a:ext cx="11264400" cy="2554736"/>
          </a:xfrm>
        </p:spPr>
        <p:txBody>
          <a:bodyPr>
            <a:normAutofit/>
          </a:bodyPr>
          <a:lstStyle>
            <a:lvl1pPr>
              <a:lnSpc>
                <a:spcPts val="7200"/>
              </a:lnSpc>
              <a:defRPr sz="7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1.</a:t>
            </a:r>
            <a:br>
              <a:rPr lang="en-US"/>
            </a:br>
            <a:r>
              <a:rPr lang="en-US"/>
              <a:t>Title</a:t>
            </a:r>
            <a:endParaRPr lang="nl-NL"/>
          </a:p>
        </p:txBody>
      </p:sp>
      <p:sp>
        <p:nvSpPr>
          <p:cNvPr id="5" name="Footer Placeholder 6"/>
          <p:cNvSpPr>
            <a:spLocks noGrp="1"/>
          </p:cNvSpPr>
          <p:nvPr>
            <p:ph type="ftr" sz="quarter" idx="14"/>
          </p:nvPr>
        </p:nvSpPr>
        <p:spPr>
          <a:xfrm>
            <a:off x="3408000" y="6152400"/>
            <a:ext cx="6153600" cy="3024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0742285" y="6152400"/>
            <a:ext cx="973899" cy="302400"/>
          </a:xfrm>
        </p:spPr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64986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8279" y="2103246"/>
            <a:ext cx="1031544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574260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phic 33">
            <a:extLst>
              <a:ext uri="{FF2B5EF4-FFF2-40B4-BE49-F238E27FC236}">
                <a16:creationId xmlns:a16="http://schemas.microsoft.com/office/drawing/2014/main" id="{9786227B-80BB-EA4E-9B2B-D2C381FF3B7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31" name="Tijdelijke aanduiding voor titel 1">
            <a:extLst>
              <a:ext uri="{FF2B5EF4-FFF2-40B4-BE49-F238E27FC236}">
                <a16:creationId xmlns:a16="http://schemas.microsoft.com/office/drawing/2014/main" id="{4A12C4F2-D96B-FF45-96EB-DD8FB987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20688"/>
            <a:ext cx="7560468" cy="100495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endParaRPr lang="en-GB"/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4BFF9F94-FC6D-8747-BB37-C3B3D00581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2269" y="2002337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066CDEDA-2220-9947-9299-01C2EFAFF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2269" y="2650883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A7007920-763F-8043-BB72-260239EC5F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2269" y="3299429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E455E3F-F4BE-6347-8C6C-E76C842036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2269" y="3947975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083150B-F4BE-1D44-8B4C-C5D21C60DD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2269" y="4596521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244CAE14-3937-114A-967A-4446EAE5A5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2269" y="5245068"/>
            <a:ext cx="10504438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52615486"/>
      </p:ext>
    </p:extLst>
  </p:cSld>
  <p:clrMapOvr>
    <a:masterClrMapping/>
  </p:clrMapOvr>
  <p:hf sldNum="0" hdr="0" ft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phic 33">
            <a:extLst>
              <a:ext uri="{FF2B5EF4-FFF2-40B4-BE49-F238E27FC236}">
                <a16:creationId xmlns:a16="http://schemas.microsoft.com/office/drawing/2014/main" id="{9786227B-80BB-EA4E-9B2B-D2C381FF3B7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31" name="Tijdelijke aanduiding voor titel 1">
            <a:extLst>
              <a:ext uri="{FF2B5EF4-FFF2-40B4-BE49-F238E27FC236}">
                <a16:creationId xmlns:a16="http://schemas.microsoft.com/office/drawing/2014/main" id="{4A12C4F2-D96B-FF45-96EB-DD8FB987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20688"/>
            <a:ext cx="7560468" cy="100495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endParaRPr lang="en-GB"/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4BFF9F94-FC6D-8747-BB37-C3B3D00581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2269" y="2002337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066CDEDA-2220-9947-9299-01C2EFAFF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2269" y="2650883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A7007920-763F-8043-BB72-260239EC5F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2269" y="3299429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E455E3F-F4BE-6347-8C6C-E76C842036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2269" y="3947975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083150B-F4BE-1D44-8B4C-C5D21C60DD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2269" y="4596521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244CAE14-3937-114A-967A-4446EAE5A5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2269" y="5245068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E54BDA7D-3681-7749-B0F0-0AAD6924029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1731" y="2002337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6F1A77A5-FF53-6541-A22F-0473A344E7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91731" y="2650883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DC01623-85D7-4245-825B-3EC9C9428B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91731" y="3299429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A4EC842-C001-4144-89A0-2F4199D20D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91731" y="3947975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314EC56C-F3E0-F944-8ED5-8FAE651C01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1731" y="4596521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71F982CC-C313-0F4D-B613-31BB5A4592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1731" y="5245068"/>
            <a:ext cx="5148000" cy="50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31537777"/>
      </p:ext>
    </p:extLst>
  </p:cSld>
  <p:clrMapOvr>
    <a:masterClrMapping/>
  </p:clrMapOvr>
  <p:hf sldNum="0" hdr="0" ftr="0" dt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2C2A3F52-B371-A249-8245-62FE1D54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1628775"/>
            <a:ext cx="10512425" cy="41044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189A4C0-6B8D-9B4F-97D9-711B8A1232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2836333"/>
            <a:ext cx="12192000" cy="4021666"/>
          </a:xfrm>
          <a:prstGeom prst="rect">
            <a:avLst/>
          </a:prstGeom>
        </p:spPr>
      </p:pic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9E1B62F1-6F50-CB40-8C23-106780840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52213" y="6237312"/>
            <a:ext cx="839787" cy="620688"/>
          </a:xfrm>
        </p:spPr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883664"/>
      </p:ext>
    </p:extLst>
  </p:cSld>
  <p:clrMapOvr>
    <a:masterClrMapping/>
  </p:clrMapOvr>
  <p:hf sldNum="0" hdr="0" ftr="0" dt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DB51E749-B850-424C-AB92-7C2F932B8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1628775"/>
            <a:ext cx="10512425" cy="41044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1BE4FA4-35F1-F344-8146-19CA3E7E2D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2836333"/>
            <a:ext cx="12192000" cy="4021666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9326E53-8E27-B44A-A687-44367AE6B7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787" y="505935"/>
            <a:ext cx="7560468" cy="1120937"/>
          </a:xfrm>
        </p:spPr>
        <p:txBody>
          <a:bodyPr lIns="36000" tIns="36000" rIns="36000" bIns="36000">
            <a:noAutofit/>
          </a:bodyPr>
          <a:lstStyle>
            <a:lvl1pPr marL="0" indent="0">
              <a:buFont typeface="Arial" panose="020B0604020202020204" pitchFamily="34" charset="0"/>
              <a:buNone/>
              <a:defRPr sz="4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Nr.</a:t>
            </a:r>
            <a:endParaRPr lang="en-NL"/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B892F52B-8FBA-5B46-BEA2-4CDFC11D03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52213" y="6237312"/>
            <a:ext cx="839787" cy="620688"/>
          </a:xfrm>
        </p:spPr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474879"/>
      </p:ext>
    </p:extLst>
  </p:cSld>
  <p:clrMapOvr>
    <a:masterClrMapping/>
  </p:clrMapOvr>
  <p:hf sldNum="0" hdr="0" ftr="0" dt="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7" cy="1008087"/>
          </a:xfrm>
        </p:spPr>
        <p:txBody>
          <a:bodyPr wrap="square"/>
          <a:lstStyle>
            <a:lvl1pPr algn="l"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7" y="1989138"/>
            <a:ext cx="10512425" cy="3835662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97147C5-1F2E-AA4F-935F-91B1D284EFA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84898B21-2385-7249-AE1D-5F0164D150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52213" y="6237312"/>
            <a:ext cx="839787" cy="620688"/>
          </a:xfrm>
        </p:spPr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940321"/>
      </p:ext>
    </p:extLst>
  </p:cSld>
  <p:clrMapOvr>
    <a:masterClrMapping/>
  </p:clrMapOvr>
  <p:hf sldNum="0" hdr="0" ft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magen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9DBF49E-C520-FA4C-AF09-F6BE1B7496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16680" cy="199316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1008087"/>
          </a:xfrm>
        </p:spPr>
        <p:txBody>
          <a:bodyPr wrap="square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839787" y="2471487"/>
            <a:ext cx="10512425" cy="3353313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●"/>
              <a:defRPr sz="1800">
                <a:solidFill>
                  <a:schemeClr val="bg1"/>
                </a:solidFill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1800">
                <a:solidFill>
                  <a:schemeClr val="bg1"/>
                </a:solidFill>
              </a:defRPr>
            </a:lvl3pPr>
            <a:lvl4pPr marL="1105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1800">
                <a:solidFill>
                  <a:schemeClr val="bg1"/>
                </a:solidFill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sz="180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/>
            </a:lvl6pPr>
          </a:lstStyle>
          <a:p>
            <a:pPr lvl="0"/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pic>
        <p:nvPicPr>
          <p:cNvPr id="11" name="Afbeelding 6">
            <a:extLst>
              <a:ext uri="{FF2B5EF4-FFF2-40B4-BE49-F238E27FC236}">
                <a16:creationId xmlns:a16="http://schemas.microsoft.com/office/drawing/2014/main" id="{A6725147-77B5-5B41-ACE5-8E5CACC458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3181" y="404813"/>
            <a:ext cx="179838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804773"/>
      </p:ext>
    </p:extLst>
  </p:cSld>
  <p:clrMapOvr>
    <a:masterClrMapping/>
  </p:clrMapOvr>
  <p:hf sldNum="0" hdr="0" ftr="0" dt="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magenta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6A7AA9B-7F74-9A48-A811-6EFF4BCBCD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16680" cy="199316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7" y="620689"/>
            <a:ext cx="7560468" cy="1008086"/>
          </a:xfrm>
        </p:spPr>
        <p:txBody>
          <a:bodyPr wrap="square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9883A4C4-39C2-1A48-A213-B07CE48ADA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9788" y="2471486"/>
            <a:ext cx="5040000" cy="3471648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582A036-73F5-504D-951F-453CA289246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12212" y="2471486"/>
            <a:ext cx="5040000" cy="3471648"/>
          </a:xfrm>
          <a:prstGeom prst="roundRect">
            <a:avLst>
              <a:gd name="adj" fmla="val 3688"/>
            </a:avLst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3" name="Afbeelding 6">
            <a:extLst>
              <a:ext uri="{FF2B5EF4-FFF2-40B4-BE49-F238E27FC236}">
                <a16:creationId xmlns:a16="http://schemas.microsoft.com/office/drawing/2014/main" id="{366F41A0-551B-D043-B804-5C46F19170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3181" y="404813"/>
            <a:ext cx="179838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32327"/>
      </p:ext>
    </p:extLst>
  </p:cSld>
  <p:clrMapOvr>
    <a:masterClrMapping/>
  </p:clrMapOvr>
  <p:hf sldNum="0" hdr="0" ftr="0" dt="0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2E769B0A-E9EB-5943-B855-A325F32A1BB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7" cy="1008086"/>
          </a:xfrm>
        </p:spPr>
        <p:txBody>
          <a:bodyPr wrap="square"/>
          <a:lstStyle>
            <a:lvl1pPr algn="l"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9" y="1989138"/>
            <a:ext cx="5040000" cy="3835662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306628" y="1989138"/>
            <a:ext cx="5040000" cy="383566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3804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0">
              <a:lnSpc>
                <a:spcPct val="100000"/>
              </a:lnSpc>
              <a:buFont typeface="Arial" charset="0"/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46130"/>
      </p:ext>
    </p:extLst>
  </p:cSld>
  <p:clrMapOvr>
    <a:masterClrMapping/>
  </p:clrMapOvr>
  <p:hf sldNum="0" hdr="0" ft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2 columns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2E769B0A-E9EB-5943-B855-A325F32A1BB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7" cy="1008086"/>
          </a:xfrm>
        </p:spPr>
        <p:txBody>
          <a:bodyPr wrap="square"/>
          <a:lstStyle>
            <a:lvl1pPr algn="l"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9" y="1989138"/>
            <a:ext cx="5040000" cy="3835662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306628" y="1989138"/>
            <a:ext cx="5040000" cy="383566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3804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0">
              <a:lnSpc>
                <a:spcPct val="100000"/>
              </a:lnSpc>
              <a:buFont typeface="Arial" charset="0"/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627322"/>
      </p:ext>
    </p:extLst>
  </p:cSld>
  <p:clrMapOvr>
    <a:masterClrMapping/>
  </p:clrMapOvr>
  <p:hf sldNum="0" hdr="0" ftr="0" dt="0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- heavy content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55D84240-28EE-7948-99D5-AE7EAB706D5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7" cy="723722"/>
          </a:xfrm>
        </p:spPr>
        <p:txBody>
          <a:bodyPr wrap="squar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8" y="1989138"/>
            <a:ext cx="5040000" cy="3953996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312212" y="1993489"/>
            <a:ext cx="5040000" cy="3949645"/>
          </a:xfrm>
          <a:prstGeom prst="roundRect">
            <a:avLst>
              <a:gd name="adj" fmla="val 2368"/>
            </a:avLst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1B380C6-263A-1B43-AB8D-F7DE47F80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1366039"/>
            <a:ext cx="7560468" cy="274663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</p:spTree>
    <p:extLst>
      <p:ext uri="{BB962C8B-B14F-4D97-AF65-F5344CB8AC3E}">
        <p14:creationId xmlns:p14="http://schemas.microsoft.com/office/powerpoint/2010/main" val="3130229110"/>
      </p:ext>
    </p:extLst>
  </p:cSld>
  <p:clrMapOvr>
    <a:masterClrMapping/>
  </p:clrMapOvr>
  <p:hf sldNum="0" hdr="0" ft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- heavy content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C90991B3-6F09-8444-8C5B-D8B62875C30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728838"/>
          </a:xfrm>
        </p:spPr>
        <p:txBody>
          <a:bodyPr wrap="squar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8" y="1989138"/>
            <a:ext cx="5040000" cy="3953996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312212" y="3966136"/>
            <a:ext cx="5040000" cy="1980000"/>
          </a:xfrm>
          <a:prstGeom prst="roundRect">
            <a:avLst>
              <a:gd name="adj" fmla="val 4209"/>
            </a:avLst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1366039"/>
            <a:ext cx="7560468" cy="274663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12212" y="1989138"/>
            <a:ext cx="5040000" cy="1800000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775717"/>
      </p:ext>
    </p:extLst>
  </p:cSld>
  <p:clrMapOvr>
    <a:masterClrMapping/>
  </p:clrMapOvr>
  <p:hf sldNum="0" hdr="0" ft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- half slide imag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71B8DC5-37D7-5E4A-8201-A80B8B1CBCA4}"/>
              </a:ext>
            </a:extLst>
          </p:cNvPr>
          <p:cNvSpPr/>
          <p:nvPr userDrawn="1"/>
        </p:nvSpPr>
        <p:spPr>
          <a:xfrm>
            <a:off x="8796213" y="309511"/>
            <a:ext cx="3227834" cy="944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0" name="Picture Placeholder 119">
            <a:extLst>
              <a:ext uri="{FF2B5EF4-FFF2-40B4-BE49-F238E27FC236}">
                <a16:creationId xmlns:a16="http://schemas.microsoft.com/office/drawing/2014/main" id="{B91075DC-0789-BA4B-B64B-960329635D7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12214" y="0"/>
            <a:ext cx="5880100" cy="6858000"/>
          </a:xfrm>
          <a:custGeom>
            <a:avLst/>
            <a:gdLst>
              <a:gd name="connsiteX0" fmla="*/ 5373878 w 5880100"/>
              <a:gd name="connsiteY0" fmla="*/ 647673 h 6858000"/>
              <a:gd name="connsiteX1" fmla="*/ 5436868 w 5880100"/>
              <a:gd name="connsiteY1" fmla="*/ 722847 h 6858000"/>
              <a:gd name="connsiteX2" fmla="*/ 5349494 w 5880100"/>
              <a:gd name="connsiteY2" fmla="*/ 798021 h 6858000"/>
              <a:gd name="connsiteX3" fmla="*/ 5286505 w 5880100"/>
              <a:gd name="connsiteY3" fmla="*/ 722847 h 6858000"/>
              <a:gd name="connsiteX4" fmla="*/ 5373878 w 5880100"/>
              <a:gd name="connsiteY4" fmla="*/ 647673 h 6858000"/>
              <a:gd name="connsiteX5" fmla="*/ 4933965 w 5880100"/>
              <a:gd name="connsiteY5" fmla="*/ 643608 h 6858000"/>
              <a:gd name="connsiteX6" fmla="*/ 4985779 w 5880100"/>
              <a:gd name="connsiteY6" fmla="*/ 697448 h 6858000"/>
              <a:gd name="connsiteX7" fmla="*/ 4862848 w 5880100"/>
              <a:gd name="connsiteY7" fmla="*/ 697448 h 6858000"/>
              <a:gd name="connsiteX8" fmla="*/ 4933965 w 5880100"/>
              <a:gd name="connsiteY8" fmla="*/ 643608 h 6858000"/>
              <a:gd name="connsiteX9" fmla="*/ 4324386 w 5880100"/>
              <a:gd name="connsiteY9" fmla="*/ 614148 h 6858000"/>
              <a:gd name="connsiteX10" fmla="*/ 4304067 w 5880100"/>
              <a:gd name="connsiteY10" fmla="*/ 738084 h 6858000"/>
              <a:gd name="connsiteX11" fmla="*/ 4381280 w 5880100"/>
              <a:gd name="connsiteY11" fmla="*/ 837640 h 6858000"/>
              <a:gd name="connsiteX12" fmla="*/ 4491004 w 5880100"/>
              <a:gd name="connsiteY12" fmla="*/ 738084 h 6858000"/>
              <a:gd name="connsiteX13" fmla="*/ 4511323 w 5880100"/>
              <a:gd name="connsiteY13" fmla="*/ 614148 h 6858000"/>
              <a:gd name="connsiteX14" fmla="*/ 4468652 w 5880100"/>
              <a:gd name="connsiteY14" fmla="*/ 614148 h 6858000"/>
              <a:gd name="connsiteX15" fmla="*/ 4449349 w 5880100"/>
              <a:gd name="connsiteY15" fmla="*/ 734021 h 6858000"/>
              <a:gd name="connsiteX16" fmla="*/ 4388392 w 5880100"/>
              <a:gd name="connsiteY16" fmla="*/ 799037 h 6858000"/>
              <a:gd name="connsiteX17" fmla="*/ 4347753 w 5880100"/>
              <a:gd name="connsiteY17" fmla="*/ 734021 h 6858000"/>
              <a:gd name="connsiteX18" fmla="*/ 4367057 w 5880100"/>
              <a:gd name="connsiteY18" fmla="*/ 614148 h 6858000"/>
              <a:gd name="connsiteX19" fmla="*/ 5379974 w 5880100"/>
              <a:gd name="connsiteY19" fmla="*/ 608053 h 6858000"/>
              <a:gd name="connsiteX20" fmla="*/ 5243834 w 5880100"/>
              <a:gd name="connsiteY20" fmla="*/ 722847 h 6858000"/>
              <a:gd name="connsiteX21" fmla="*/ 5343399 w 5880100"/>
              <a:gd name="connsiteY21" fmla="*/ 837640 h 6858000"/>
              <a:gd name="connsiteX22" fmla="*/ 5479538 w 5880100"/>
              <a:gd name="connsiteY22" fmla="*/ 722847 h 6858000"/>
              <a:gd name="connsiteX23" fmla="*/ 5379974 w 5880100"/>
              <a:gd name="connsiteY23" fmla="*/ 608053 h 6858000"/>
              <a:gd name="connsiteX24" fmla="*/ 4939045 w 5880100"/>
              <a:gd name="connsiteY24" fmla="*/ 608052 h 6858000"/>
              <a:gd name="connsiteX25" fmla="*/ 4813065 w 5880100"/>
              <a:gd name="connsiteY25" fmla="*/ 724878 h 6858000"/>
              <a:gd name="connsiteX26" fmla="*/ 4903487 w 5880100"/>
              <a:gd name="connsiteY26" fmla="*/ 838655 h 6858000"/>
              <a:gd name="connsiteX27" fmla="*/ 5015243 w 5880100"/>
              <a:gd name="connsiteY27" fmla="*/ 779734 h 6858000"/>
              <a:gd name="connsiteX28" fmla="*/ 4982732 w 5880100"/>
              <a:gd name="connsiteY28" fmla="*/ 759418 h 6858000"/>
              <a:gd name="connsiteX29" fmla="*/ 4909582 w 5880100"/>
              <a:gd name="connsiteY29" fmla="*/ 801068 h 6858000"/>
              <a:gd name="connsiteX30" fmla="*/ 4854720 w 5880100"/>
              <a:gd name="connsiteY30" fmla="*/ 728941 h 6858000"/>
              <a:gd name="connsiteX31" fmla="*/ 5022355 w 5880100"/>
              <a:gd name="connsiteY31" fmla="*/ 728941 h 6858000"/>
              <a:gd name="connsiteX32" fmla="*/ 5023371 w 5880100"/>
              <a:gd name="connsiteY32" fmla="*/ 722845 h 6858000"/>
              <a:gd name="connsiteX33" fmla="*/ 4939045 w 5880100"/>
              <a:gd name="connsiteY33" fmla="*/ 608052 h 6858000"/>
              <a:gd name="connsiteX34" fmla="*/ 5186940 w 5880100"/>
              <a:gd name="connsiteY34" fmla="*/ 607037 h 6858000"/>
              <a:gd name="connsiteX35" fmla="*/ 5047753 w 5880100"/>
              <a:gd name="connsiteY35" fmla="*/ 723863 h 6858000"/>
              <a:gd name="connsiteX36" fmla="*/ 5147317 w 5880100"/>
              <a:gd name="connsiteY36" fmla="*/ 837640 h 6858000"/>
              <a:gd name="connsiteX37" fmla="*/ 5210308 w 5880100"/>
              <a:gd name="connsiteY37" fmla="*/ 823418 h 6858000"/>
              <a:gd name="connsiteX38" fmla="*/ 5218436 w 5880100"/>
              <a:gd name="connsiteY38" fmla="*/ 770593 h 6858000"/>
              <a:gd name="connsiteX39" fmla="*/ 5153413 w 5880100"/>
              <a:gd name="connsiteY39" fmla="*/ 799037 h 6858000"/>
              <a:gd name="connsiteX40" fmla="*/ 5089408 w 5880100"/>
              <a:gd name="connsiteY40" fmla="*/ 721830 h 6858000"/>
              <a:gd name="connsiteX41" fmla="*/ 5174749 w 5880100"/>
              <a:gd name="connsiteY41" fmla="*/ 645640 h 6858000"/>
              <a:gd name="connsiteX42" fmla="*/ 5233675 w 5880100"/>
              <a:gd name="connsiteY42" fmla="*/ 675101 h 6858000"/>
              <a:gd name="connsiteX43" fmla="*/ 5242819 w 5880100"/>
              <a:gd name="connsiteY43" fmla="*/ 621259 h 6858000"/>
              <a:gd name="connsiteX44" fmla="*/ 5186940 w 5880100"/>
              <a:gd name="connsiteY44" fmla="*/ 607037 h 6858000"/>
              <a:gd name="connsiteX45" fmla="*/ 4799858 w 5880100"/>
              <a:gd name="connsiteY45" fmla="*/ 607037 h 6858000"/>
              <a:gd name="connsiteX46" fmla="*/ 4732805 w 5880100"/>
              <a:gd name="connsiteY46" fmla="*/ 648687 h 6858000"/>
              <a:gd name="connsiteX47" fmla="*/ 4731788 w 5880100"/>
              <a:gd name="connsiteY47" fmla="*/ 648687 h 6858000"/>
              <a:gd name="connsiteX48" fmla="*/ 4736868 w 5880100"/>
              <a:gd name="connsiteY48" fmla="*/ 613133 h 6858000"/>
              <a:gd name="connsiteX49" fmla="*/ 4694198 w 5880100"/>
              <a:gd name="connsiteY49" fmla="*/ 613133 h 6858000"/>
              <a:gd name="connsiteX50" fmla="*/ 4659655 w 5880100"/>
              <a:gd name="connsiteY50" fmla="*/ 829513 h 6858000"/>
              <a:gd name="connsiteX51" fmla="*/ 4702326 w 5880100"/>
              <a:gd name="connsiteY51" fmla="*/ 829513 h 6858000"/>
              <a:gd name="connsiteX52" fmla="*/ 4719597 w 5880100"/>
              <a:gd name="connsiteY52" fmla="*/ 722846 h 6858000"/>
              <a:gd name="connsiteX53" fmla="*/ 4783602 w 5880100"/>
              <a:gd name="connsiteY53" fmla="*/ 645640 h 6858000"/>
              <a:gd name="connsiteX54" fmla="*/ 4807986 w 5880100"/>
              <a:gd name="connsiteY54" fmla="*/ 654783 h 6858000"/>
              <a:gd name="connsiteX55" fmla="*/ 4833385 w 5880100"/>
              <a:gd name="connsiteY55" fmla="*/ 617196 h 6858000"/>
              <a:gd name="connsiteX56" fmla="*/ 4799858 w 5880100"/>
              <a:gd name="connsiteY56" fmla="*/ 607037 h 6858000"/>
              <a:gd name="connsiteX57" fmla="*/ 4208566 w 5880100"/>
              <a:gd name="connsiteY57" fmla="*/ 607037 h 6858000"/>
              <a:gd name="connsiteX58" fmla="*/ 4135417 w 5880100"/>
              <a:gd name="connsiteY58" fmla="*/ 642593 h 6858000"/>
              <a:gd name="connsiteX59" fmla="*/ 4140496 w 5880100"/>
              <a:gd name="connsiteY59" fmla="*/ 614149 h 6858000"/>
              <a:gd name="connsiteX60" fmla="*/ 4097826 w 5880100"/>
              <a:gd name="connsiteY60" fmla="*/ 614149 h 6858000"/>
              <a:gd name="connsiteX61" fmla="*/ 4062267 w 5880100"/>
              <a:gd name="connsiteY61" fmla="*/ 829513 h 6858000"/>
              <a:gd name="connsiteX62" fmla="*/ 4104938 w 5880100"/>
              <a:gd name="connsiteY62" fmla="*/ 829513 h 6858000"/>
              <a:gd name="connsiteX63" fmla="*/ 4121193 w 5880100"/>
              <a:gd name="connsiteY63" fmla="*/ 729958 h 6858000"/>
              <a:gd name="connsiteX64" fmla="*/ 4190279 w 5880100"/>
              <a:gd name="connsiteY64" fmla="*/ 643608 h 6858000"/>
              <a:gd name="connsiteX65" fmla="*/ 4228885 w 5880100"/>
              <a:gd name="connsiteY65" fmla="*/ 705577 h 6858000"/>
              <a:gd name="connsiteX66" fmla="*/ 4208566 w 5880100"/>
              <a:gd name="connsiteY66" fmla="*/ 829513 h 6858000"/>
              <a:gd name="connsiteX67" fmla="*/ 4251236 w 5880100"/>
              <a:gd name="connsiteY67" fmla="*/ 829513 h 6858000"/>
              <a:gd name="connsiteX68" fmla="*/ 4271555 w 5880100"/>
              <a:gd name="connsiteY68" fmla="*/ 700498 h 6858000"/>
              <a:gd name="connsiteX69" fmla="*/ 4208566 w 5880100"/>
              <a:gd name="connsiteY69" fmla="*/ 607037 h 6858000"/>
              <a:gd name="connsiteX70" fmla="*/ 4585489 w 5880100"/>
              <a:gd name="connsiteY70" fmla="*/ 545068 h 6858000"/>
              <a:gd name="connsiteX71" fmla="*/ 4574314 w 5880100"/>
              <a:gd name="connsiteY71" fmla="*/ 614148 h 6858000"/>
              <a:gd name="connsiteX72" fmla="*/ 4551962 w 5880100"/>
              <a:gd name="connsiteY72" fmla="*/ 614148 h 6858000"/>
              <a:gd name="connsiteX73" fmla="*/ 4544851 w 5880100"/>
              <a:gd name="connsiteY73" fmla="*/ 652751 h 6858000"/>
              <a:gd name="connsiteX74" fmla="*/ 4568218 w 5880100"/>
              <a:gd name="connsiteY74" fmla="*/ 652751 h 6858000"/>
              <a:gd name="connsiteX75" fmla="*/ 4539771 w 5880100"/>
              <a:gd name="connsiteY75" fmla="*/ 830528 h 6858000"/>
              <a:gd name="connsiteX76" fmla="*/ 4582442 w 5880100"/>
              <a:gd name="connsiteY76" fmla="*/ 830528 h 6858000"/>
              <a:gd name="connsiteX77" fmla="*/ 4610888 w 5880100"/>
              <a:gd name="connsiteY77" fmla="*/ 652751 h 6858000"/>
              <a:gd name="connsiteX78" fmla="*/ 4658639 w 5880100"/>
              <a:gd name="connsiteY78" fmla="*/ 652751 h 6858000"/>
              <a:gd name="connsiteX79" fmla="*/ 4664735 w 5880100"/>
              <a:gd name="connsiteY79" fmla="*/ 614148 h 6858000"/>
              <a:gd name="connsiteX80" fmla="*/ 4616984 w 5880100"/>
              <a:gd name="connsiteY80" fmla="*/ 614148 h 6858000"/>
              <a:gd name="connsiteX81" fmla="*/ 4628160 w 5880100"/>
              <a:gd name="connsiteY81" fmla="*/ 545068 h 6858000"/>
              <a:gd name="connsiteX82" fmla="*/ 4115098 w 5880100"/>
              <a:gd name="connsiteY82" fmla="*/ 404877 h 6858000"/>
              <a:gd name="connsiteX83" fmla="*/ 3999659 w 5880100"/>
              <a:gd name="connsiteY83" fmla="*/ 452877 h 6858000"/>
              <a:gd name="connsiteX84" fmla="*/ 3981748 w 5880100"/>
              <a:gd name="connsiteY84" fmla="*/ 472829 h 6858000"/>
              <a:gd name="connsiteX85" fmla="*/ 3946734 w 5880100"/>
              <a:gd name="connsiteY85" fmla="*/ 480290 h 6858000"/>
              <a:gd name="connsiteX86" fmla="*/ 3800149 w 5880100"/>
              <a:gd name="connsiteY86" fmla="*/ 659861 h 6858000"/>
              <a:gd name="connsiteX87" fmla="*/ 3784909 w 5880100"/>
              <a:gd name="connsiteY87" fmla="*/ 754338 h 6858000"/>
              <a:gd name="connsiteX88" fmla="*/ 3681281 w 5880100"/>
              <a:gd name="connsiteY88" fmla="*/ 980878 h 6858000"/>
              <a:gd name="connsiteX89" fmla="*/ 3851963 w 5880100"/>
              <a:gd name="connsiteY89" fmla="*/ 772624 h 6858000"/>
              <a:gd name="connsiteX90" fmla="*/ 3868219 w 5880100"/>
              <a:gd name="connsiteY90" fmla="*/ 677132 h 6858000"/>
              <a:gd name="connsiteX91" fmla="*/ 3956607 w 5880100"/>
              <a:gd name="connsiteY91" fmla="*/ 482083 h 6858000"/>
              <a:gd name="connsiteX92" fmla="*/ 3972309 w 5880100"/>
              <a:gd name="connsiteY92" fmla="*/ 483344 h 6858000"/>
              <a:gd name="connsiteX93" fmla="*/ 3945797 w 5880100"/>
              <a:gd name="connsiteY93" fmla="*/ 512877 h 6858000"/>
              <a:gd name="connsiteX94" fmla="*/ 3913937 w 5880100"/>
              <a:gd name="connsiteY94" fmla="*/ 596877 h 6858000"/>
              <a:gd name="connsiteX95" fmla="*/ 3887522 w 5880100"/>
              <a:gd name="connsiteY95" fmla="*/ 754338 h 6858000"/>
              <a:gd name="connsiteX96" fmla="*/ 3760526 w 5880100"/>
              <a:gd name="connsiteY96" fmla="*/ 980878 h 6858000"/>
              <a:gd name="connsiteX97" fmla="*/ 3952543 w 5880100"/>
              <a:gd name="connsiteY97" fmla="*/ 788877 h 6858000"/>
              <a:gd name="connsiteX98" fmla="*/ 3982007 w 5880100"/>
              <a:gd name="connsiteY98" fmla="*/ 614148 h 6858000"/>
              <a:gd name="connsiteX99" fmla="*/ 4001104 w 5880100"/>
              <a:gd name="connsiteY99" fmla="*/ 526385 h 6858000"/>
              <a:gd name="connsiteX100" fmla="*/ 4009122 w 5880100"/>
              <a:gd name="connsiteY100" fmla="*/ 502034 h 6858000"/>
              <a:gd name="connsiteX101" fmla="*/ 4027757 w 5880100"/>
              <a:gd name="connsiteY101" fmla="*/ 525512 h 6858000"/>
              <a:gd name="connsiteX102" fmla="*/ 4050076 w 5880100"/>
              <a:gd name="connsiteY102" fmla="*/ 565385 h 6858000"/>
              <a:gd name="connsiteX103" fmla="*/ 4064300 w 5880100"/>
              <a:gd name="connsiteY103" fmla="*/ 496305 h 6858000"/>
              <a:gd name="connsiteX104" fmla="*/ 4040298 w 5880100"/>
              <a:gd name="connsiteY104" fmla="*/ 478020 h 6858000"/>
              <a:gd name="connsiteX105" fmla="*/ 4020982 w 5880100"/>
              <a:gd name="connsiteY105" fmla="*/ 473605 h 6858000"/>
              <a:gd name="connsiteX106" fmla="*/ 4022010 w 5880100"/>
              <a:gd name="connsiteY106" fmla="*/ 471290 h 6858000"/>
              <a:gd name="connsiteX107" fmla="*/ 4070395 w 5880100"/>
              <a:gd name="connsiteY107" fmla="*/ 419099 h 6858000"/>
              <a:gd name="connsiteX108" fmla="*/ 4163864 w 5880100"/>
              <a:gd name="connsiteY108" fmla="*/ 502401 h 6858000"/>
              <a:gd name="connsiteX109" fmla="*/ 4178088 w 5880100"/>
              <a:gd name="connsiteY109" fmla="*/ 433321 h 6858000"/>
              <a:gd name="connsiteX110" fmla="*/ 4115098 w 5880100"/>
              <a:gd name="connsiteY110" fmla="*/ 404877 h 6858000"/>
              <a:gd name="connsiteX111" fmla="*/ 0 w 5880100"/>
              <a:gd name="connsiteY111" fmla="*/ 0 h 6858000"/>
              <a:gd name="connsiteX112" fmla="*/ 5880100 w 5880100"/>
              <a:gd name="connsiteY112" fmla="*/ 0 h 6858000"/>
              <a:gd name="connsiteX113" fmla="*/ 5880100 w 5880100"/>
              <a:gd name="connsiteY113" fmla="*/ 6858000 h 6858000"/>
              <a:gd name="connsiteX114" fmla="*/ 0 w 5880100"/>
              <a:gd name="connsiteY1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5880100" h="6858000">
                <a:moveTo>
                  <a:pt x="5373878" y="647673"/>
                </a:moveTo>
                <a:cubicBezTo>
                  <a:pt x="5415533" y="647673"/>
                  <a:pt x="5443979" y="681196"/>
                  <a:pt x="5436868" y="722847"/>
                </a:cubicBezTo>
                <a:cubicBezTo>
                  <a:pt x="5430772" y="763482"/>
                  <a:pt x="5391149" y="798021"/>
                  <a:pt x="5349494" y="798021"/>
                </a:cubicBezTo>
                <a:cubicBezTo>
                  <a:pt x="5307840" y="798021"/>
                  <a:pt x="5280409" y="763482"/>
                  <a:pt x="5286505" y="722847"/>
                </a:cubicBezTo>
                <a:cubicBezTo>
                  <a:pt x="5293617" y="681196"/>
                  <a:pt x="5332223" y="646656"/>
                  <a:pt x="5373878" y="647673"/>
                </a:cubicBezTo>
                <a:close/>
                <a:moveTo>
                  <a:pt x="4933965" y="643608"/>
                </a:moveTo>
                <a:cubicBezTo>
                  <a:pt x="4967492" y="643608"/>
                  <a:pt x="4985779" y="664941"/>
                  <a:pt x="4985779" y="697448"/>
                </a:cubicBezTo>
                <a:lnTo>
                  <a:pt x="4862848" y="697448"/>
                </a:lnTo>
                <a:cubicBezTo>
                  <a:pt x="4873007" y="666973"/>
                  <a:pt x="4901454" y="643608"/>
                  <a:pt x="4933965" y="643608"/>
                </a:cubicBezTo>
                <a:close/>
                <a:moveTo>
                  <a:pt x="4324386" y="614148"/>
                </a:moveTo>
                <a:lnTo>
                  <a:pt x="4304067" y="738084"/>
                </a:lnTo>
                <a:cubicBezTo>
                  <a:pt x="4294923" y="797005"/>
                  <a:pt x="4316259" y="837640"/>
                  <a:pt x="4381280" y="837640"/>
                </a:cubicBezTo>
                <a:cubicBezTo>
                  <a:pt x="4446302" y="837640"/>
                  <a:pt x="4481861" y="797005"/>
                  <a:pt x="4491004" y="738084"/>
                </a:cubicBezTo>
                <a:lnTo>
                  <a:pt x="4511323" y="614148"/>
                </a:lnTo>
                <a:lnTo>
                  <a:pt x="4468652" y="614148"/>
                </a:lnTo>
                <a:lnTo>
                  <a:pt x="4449349" y="734021"/>
                </a:lnTo>
                <a:cubicBezTo>
                  <a:pt x="4444270" y="768561"/>
                  <a:pt x="4430046" y="799037"/>
                  <a:pt x="4388392" y="799037"/>
                </a:cubicBezTo>
                <a:cubicBezTo>
                  <a:pt x="4345721" y="799037"/>
                  <a:pt x="4341658" y="768561"/>
                  <a:pt x="4347753" y="734021"/>
                </a:cubicBezTo>
                <a:lnTo>
                  <a:pt x="4367057" y="614148"/>
                </a:lnTo>
                <a:close/>
                <a:moveTo>
                  <a:pt x="5379974" y="608053"/>
                </a:moveTo>
                <a:cubicBezTo>
                  <a:pt x="5313936" y="608053"/>
                  <a:pt x="5253994" y="657830"/>
                  <a:pt x="5243834" y="722847"/>
                </a:cubicBezTo>
                <a:cubicBezTo>
                  <a:pt x="5233675" y="787863"/>
                  <a:pt x="5277361" y="837640"/>
                  <a:pt x="5343399" y="837640"/>
                </a:cubicBezTo>
                <a:cubicBezTo>
                  <a:pt x="5409436" y="837640"/>
                  <a:pt x="5469378" y="787863"/>
                  <a:pt x="5479538" y="722847"/>
                </a:cubicBezTo>
                <a:cubicBezTo>
                  <a:pt x="5490714" y="657830"/>
                  <a:pt x="5447028" y="607037"/>
                  <a:pt x="5379974" y="608053"/>
                </a:cubicBezTo>
                <a:close/>
                <a:moveTo>
                  <a:pt x="4939045" y="608052"/>
                </a:moveTo>
                <a:cubicBezTo>
                  <a:pt x="4867928" y="608052"/>
                  <a:pt x="4824240" y="658845"/>
                  <a:pt x="4813065" y="724878"/>
                </a:cubicBezTo>
                <a:cubicBezTo>
                  <a:pt x="4802906" y="788878"/>
                  <a:pt x="4836433" y="838655"/>
                  <a:pt x="4903487" y="838655"/>
                </a:cubicBezTo>
                <a:cubicBezTo>
                  <a:pt x="4946157" y="838655"/>
                  <a:pt x="4988828" y="817322"/>
                  <a:pt x="5015243" y="779734"/>
                </a:cubicBezTo>
                <a:lnTo>
                  <a:pt x="4982732" y="759418"/>
                </a:lnTo>
                <a:cubicBezTo>
                  <a:pt x="4962413" y="784814"/>
                  <a:pt x="4942093" y="801068"/>
                  <a:pt x="4909582" y="801068"/>
                </a:cubicBezTo>
                <a:cubicBezTo>
                  <a:pt x="4868944" y="801068"/>
                  <a:pt x="4849640" y="765512"/>
                  <a:pt x="4854720" y="728941"/>
                </a:cubicBezTo>
                <a:lnTo>
                  <a:pt x="5022355" y="728941"/>
                </a:lnTo>
                <a:lnTo>
                  <a:pt x="5023371" y="722845"/>
                </a:lnTo>
                <a:cubicBezTo>
                  <a:pt x="5033530" y="658845"/>
                  <a:pt x="5009147" y="608052"/>
                  <a:pt x="4939045" y="608052"/>
                </a:cubicBezTo>
                <a:close/>
                <a:moveTo>
                  <a:pt x="5186940" y="607037"/>
                </a:moveTo>
                <a:cubicBezTo>
                  <a:pt x="5118871" y="607037"/>
                  <a:pt x="5058928" y="656815"/>
                  <a:pt x="5047753" y="723863"/>
                </a:cubicBezTo>
                <a:cubicBezTo>
                  <a:pt x="5036577" y="788878"/>
                  <a:pt x="5082296" y="837640"/>
                  <a:pt x="5147317" y="837640"/>
                </a:cubicBezTo>
                <a:cubicBezTo>
                  <a:pt x="5169669" y="837640"/>
                  <a:pt x="5188972" y="833577"/>
                  <a:pt x="5210308" y="823418"/>
                </a:cubicBezTo>
                <a:lnTo>
                  <a:pt x="5218436" y="770593"/>
                </a:lnTo>
                <a:cubicBezTo>
                  <a:pt x="5199132" y="787863"/>
                  <a:pt x="5177797" y="799037"/>
                  <a:pt x="5153413" y="799037"/>
                </a:cubicBezTo>
                <a:cubicBezTo>
                  <a:pt x="5108711" y="799037"/>
                  <a:pt x="5082296" y="766529"/>
                  <a:pt x="5089408" y="721830"/>
                </a:cubicBezTo>
                <a:cubicBezTo>
                  <a:pt x="5095503" y="681196"/>
                  <a:pt x="5133094" y="645640"/>
                  <a:pt x="5174749" y="645640"/>
                </a:cubicBezTo>
                <a:cubicBezTo>
                  <a:pt x="5201164" y="645640"/>
                  <a:pt x="5219452" y="655799"/>
                  <a:pt x="5233675" y="675101"/>
                </a:cubicBezTo>
                <a:lnTo>
                  <a:pt x="5242819" y="621259"/>
                </a:lnTo>
                <a:cubicBezTo>
                  <a:pt x="5227579" y="612116"/>
                  <a:pt x="5206243" y="607037"/>
                  <a:pt x="5186940" y="607037"/>
                </a:cubicBezTo>
                <a:close/>
                <a:moveTo>
                  <a:pt x="4799858" y="607037"/>
                </a:moveTo>
                <a:cubicBezTo>
                  <a:pt x="4771411" y="607037"/>
                  <a:pt x="4747028" y="623291"/>
                  <a:pt x="4732805" y="648687"/>
                </a:cubicBezTo>
                <a:lnTo>
                  <a:pt x="4731788" y="648687"/>
                </a:lnTo>
                <a:lnTo>
                  <a:pt x="4736868" y="613133"/>
                </a:lnTo>
                <a:lnTo>
                  <a:pt x="4694198" y="613133"/>
                </a:lnTo>
                <a:lnTo>
                  <a:pt x="4659655" y="829513"/>
                </a:lnTo>
                <a:lnTo>
                  <a:pt x="4702326" y="829513"/>
                </a:lnTo>
                <a:lnTo>
                  <a:pt x="4719597" y="722846"/>
                </a:lnTo>
                <a:cubicBezTo>
                  <a:pt x="4725693" y="687291"/>
                  <a:pt x="4737884" y="645640"/>
                  <a:pt x="4783602" y="645640"/>
                </a:cubicBezTo>
                <a:cubicBezTo>
                  <a:pt x="4793763" y="645640"/>
                  <a:pt x="4801891" y="648687"/>
                  <a:pt x="4807986" y="654783"/>
                </a:cubicBezTo>
                <a:lnTo>
                  <a:pt x="4833385" y="617196"/>
                </a:lnTo>
                <a:cubicBezTo>
                  <a:pt x="4823226" y="611100"/>
                  <a:pt x="4812050" y="607037"/>
                  <a:pt x="4799858" y="607037"/>
                </a:cubicBezTo>
                <a:close/>
                <a:moveTo>
                  <a:pt x="4208566" y="607037"/>
                </a:moveTo>
                <a:cubicBezTo>
                  <a:pt x="4182151" y="607037"/>
                  <a:pt x="4153704" y="619227"/>
                  <a:pt x="4135417" y="642593"/>
                </a:cubicBezTo>
                <a:lnTo>
                  <a:pt x="4140496" y="614149"/>
                </a:lnTo>
                <a:lnTo>
                  <a:pt x="4097826" y="614149"/>
                </a:lnTo>
                <a:lnTo>
                  <a:pt x="4062267" y="829513"/>
                </a:lnTo>
                <a:lnTo>
                  <a:pt x="4104938" y="829513"/>
                </a:lnTo>
                <a:lnTo>
                  <a:pt x="4121193" y="729958"/>
                </a:lnTo>
                <a:cubicBezTo>
                  <a:pt x="4128305" y="690339"/>
                  <a:pt x="4135417" y="643608"/>
                  <a:pt x="4190279" y="643608"/>
                </a:cubicBezTo>
                <a:cubicBezTo>
                  <a:pt x="4233965" y="643608"/>
                  <a:pt x="4234981" y="669005"/>
                  <a:pt x="4228885" y="705577"/>
                </a:cubicBezTo>
                <a:lnTo>
                  <a:pt x="4208566" y="829513"/>
                </a:lnTo>
                <a:lnTo>
                  <a:pt x="4251236" y="829513"/>
                </a:lnTo>
                <a:lnTo>
                  <a:pt x="4271555" y="700498"/>
                </a:lnTo>
                <a:cubicBezTo>
                  <a:pt x="4279683" y="647672"/>
                  <a:pt x="4270539" y="607037"/>
                  <a:pt x="4208566" y="607037"/>
                </a:cubicBezTo>
                <a:close/>
                <a:moveTo>
                  <a:pt x="4585489" y="545068"/>
                </a:moveTo>
                <a:lnTo>
                  <a:pt x="4574314" y="614148"/>
                </a:lnTo>
                <a:lnTo>
                  <a:pt x="4551962" y="614148"/>
                </a:lnTo>
                <a:lnTo>
                  <a:pt x="4544851" y="652751"/>
                </a:lnTo>
                <a:lnTo>
                  <a:pt x="4568218" y="652751"/>
                </a:lnTo>
                <a:lnTo>
                  <a:pt x="4539771" y="830528"/>
                </a:lnTo>
                <a:lnTo>
                  <a:pt x="4582442" y="830528"/>
                </a:lnTo>
                <a:lnTo>
                  <a:pt x="4610888" y="652751"/>
                </a:lnTo>
                <a:lnTo>
                  <a:pt x="4658639" y="652751"/>
                </a:lnTo>
                <a:lnTo>
                  <a:pt x="4664735" y="614148"/>
                </a:lnTo>
                <a:lnTo>
                  <a:pt x="4616984" y="614148"/>
                </a:lnTo>
                <a:lnTo>
                  <a:pt x="4628160" y="545068"/>
                </a:lnTo>
                <a:close/>
                <a:moveTo>
                  <a:pt x="4115098" y="404877"/>
                </a:moveTo>
                <a:cubicBezTo>
                  <a:pt x="4084619" y="404877"/>
                  <a:pt x="4039663" y="420877"/>
                  <a:pt x="3999659" y="452877"/>
                </a:cubicBezTo>
                <a:lnTo>
                  <a:pt x="3981748" y="472829"/>
                </a:lnTo>
                <a:lnTo>
                  <a:pt x="3946734" y="480290"/>
                </a:lnTo>
                <a:cubicBezTo>
                  <a:pt x="3887014" y="503861"/>
                  <a:pt x="3816150" y="563861"/>
                  <a:pt x="3800149" y="659861"/>
                </a:cubicBezTo>
                <a:lnTo>
                  <a:pt x="3784909" y="754338"/>
                </a:lnTo>
                <a:cubicBezTo>
                  <a:pt x="3759510" y="907735"/>
                  <a:pt x="3746303" y="943291"/>
                  <a:pt x="3681281" y="980878"/>
                </a:cubicBezTo>
                <a:cubicBezTo>
                  <a:pt x="3728015" y="972751"/>
                  <a:pt x="3826564" y="928053"/>
                  <a:pt x="3851963" y="772624"/>
                </a:cubicBezTo>
                <a:lnTo>
                  <a:pt x="3868219" y="677132"/>
                </a:lnTo>
                <a:cubicBezTo>
                  <a:pt x="3892602" y="533892"/>
                  <a:pt x="3921049" y="504433"/>
                  <a:pt x="3956607" y="482083"/>
                </a:cubicBezTo>
                <a:lnTo>
                  <a:pt x="3972309" y="483344"/>
                </a:lnTo>
                <a:lnTo>
                  <a:pt x="3945797" y="512877"/>
                </a:lnTo>
                <a:cubicBezTo>
                  <a:pt x="3930700" y="536877"/>
                  <a:pt x="3919271" y="564877"/>
                  <a:pt x="3913937" y="596877"/>
                </a:cubicBezTo>
                <a:lnTo>
                  <a:pt x="3887522" y="754338"/>
                </a:lnTo>
                <a:cubicBezTo>
                  <a:pt x="3867202" y="876242"/>
                  <a:pt x="3825548" y="943290"/>
                  <a:pt x="3760526" y="980878"/>
                </a:cubicBezTo>
                <a:cubicBezTo>
                  <a:pt x="3801165" y="977830"/>
                  <a:pt x="3929177" y="929068"/>
                  <a:pt x="3952543" y="788877"/>
                </a:cubicBezTo>
                <a:lnTo>
                  <a:pt x="3982007" y="614148"/>
                </a:lnTo>
                <a:cubicBezTo>
                  <a:pt x="3988103" y="578338"/>
                  <a:pt x="3994453" y="549639"/>
                  <a:pt x="4001104" y="526385"/>
                </a:cubicBezTo>
                <a:lnTo>
                  <a:pt x="4009122" y="502034"/>
                </a:lnTo>
                <a:lnTo>
                  <a:pt x="4027757" y="525512"/>
                </a:lnTo>
                <a:cubicBezTo>
                  <a:pt x="4034900" y="536623"/>
                  <a:pt x="4042202" y="549893"/>
                  <a:pt x="4050076" y="565385"/>
                </a:cubicBezTo>
                <a:lnTo>
                  <a:pt x="4064300" y="496305"/>
                </a:lnTo>
                <a:cubicBezTo>
                  <a:pt x="4058712" y="490210"/>
                  <a:pt x="4050838" y="483353"/>
                  <a:pt x="4040298" y="478020"/>
                </a:cubicBezTo>
                <a:lnTo>
                  <a:pt x="4020982" y="473605"/>
                </a:lnTo>
                <a:lnTo>
                  <a:pt x="4022010" y="471290"/>
                </a:lnTo>
                <a:cubicBezTo>
                  <a:pt x="4036615" y="443226"/>
                  <a:pt x="4052616" y="430274"/>
                  <a:pt x="4070395" y="419099"/>
                </a:cubicBezTo>
                <a:cubicBezTo>
                  <a:pt x="4110018" y="414020"/>
                  <a:pt x="4132369" y="440433"/>
                  <a:pt x="4163864" y="502401"/>
                </a:cubicBezTo>
                <a:lnTo>
                  <a:pt x="4178088" y="433321"/>
                </a:lnTo>
                <a:cubicBezTo>
                  <a:pt x="4167929" y="420115"/>
                  <a:pt x="4146593" y="404877"/>
                  <a:pt x="4115098" y="404877"/>
                </a:cubicBezTo>
                <a:close/>
                <a:moveTo>
                  <a:pt x="0" y="0"/>
                </a:moveTo>
                <a:lnTo>
                  <a:pt x="5880100" y="0"/>
                </a:lnTo>
                <a:lnTo>
                  <a:pt x="5880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8" y="1989138"/>
            <a:ext cx="5040000" cy="3953996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A0110617-EBBF-6844-8C49-866445C5CF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5039999" cy="728838"/>
          </a:xfrm>
        </p:spPr>
        <p:txBody>
          <a:bodyPr wrap="squar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652FDEA-9E6F-E248-A38D-8C3248EBF9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1366039"/>
            <a:ext cx="5039999" cy="274663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  <p:sp>
        <p:nvSpPr>
          <p:cNvPr id="11" name="Tijdelijke aanduiding voor dianummer 5">
            <a:extLst>
              <a:ext uri="{FF2B5EF4-FFF2-40B4-BE49-F238E27FC236}">
                <a16:creationId xmlns:a16="http://schemas.microsoft.com/office/drawing/2014/main" id="{DC6A5F06-FD62-D345-B8BB-09553DB44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36160" y="6173276"/>
            <a:ext cx="4655840" cy="684724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0" tIns="54000" rIns="396000" bIns="0" rtlCol="0" anchor="ctr" anchorCtr="0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B2270DBB-E44D-F548-9F52-F3309055C9F8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7393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slide - half slide imag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02086AB-765D-8D42-8042-B9C19FF6AA70}"/>
              </a:ext>
            </a:extLst>
          </p:cNvPr>
          <p:cNvSpPr/>
          <p:nvPr userDrawn="1"/>
        </p:nvSpPr>
        <p:spPr>
          <a:xfrm>
            <a:off x="8796213" y="309511"/>
            <a:ext cx="3227834" cy="944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658237C-1BBB-D74B-AFDD-924E43C5B4C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12214" y="0"/>
            <a:ext cx="5880100" cy="6858000"/>
          </a:xfrm>
          <a:custGeom>
            <a:avLst/>
            <a:gdLst>
              <a:gd name="connsiteX0" fmla="*/ 5373878 w 5880100"/>
              <a:gd name="connsiteY0" fmla="*/ 647673 h 6858000"/>
              <a:gd name="connsiteX1" fmla="*/ 5436868 w 5880100"/>
              <a:gd name="connsiteY1" fmla="*/ 722847 h 6858000"/>
              <a:gd name="connsiteX2" fmla="*/ 5349494 w 5880100"/>
              <a:gd name="connsiteY2" fmla="*/ 798021 h 6858000"/>
              <a:gd name="connsiteX3" fmla="*/ 5286505 w 5880100"/>
              <a:gd name="connsiteY3" fmla="*/ 722847 h 6858000"/>
              <a:gd name="connsiteX4" fmla="*/ 5373878 w 5880100"/>
              <a:gd name="connsiteY4" fmla="*/ 647673 h 6858000"/>
              <a:gd name="connsiteX5" fmla="*/ 4933965 w 5880100"/>
              <a:gd name="connsiteY5" fmla="*/ 643608 h 6858000"/>
              <a:gd name="connsiteX6" fmla="*/ 4985779 w 5880100"/>
              <a:gd name="connsiteY6" fmla="*/ 697448 h 6858000"/>
              <a:gd name="connsiteX7" fmla="*/ 4862848 w 5880100"/>
              <a:gd name="connsiteY7" fmla="*/ 697448 h 6858000"/>
              <a:gd name="connsiteX8" fmla="*/ 4933965 w 5880100"/>
              <a:gd name="connsiteY8" fmla="*/ 643608 h 6858000"/>
              <a:gd name="connsiteX9" fmla="*/ 4324386 w 5880100"/>
              <a:gd name="connsiteY9" fmla="*/ 614148 h 6858000"/>
              <a:gd name="connsiteX10" fmla="*/ 4304067 w 5880100"/>
              <a:gd name="connsiteY10" fmla="*/ 738084 h 6858000"/>
              <a:gd name="connsiteX11" fmla="*/ 4381280 w 5880100"/>
              <a:gd name="connsiteY11" fmla="*/ 837640 h 6858000"/>
              <a:gd name="connsiteX12" fmla="*/ 4491004 w 5880100"/>
              <a:gd name="connsiteY12" fmla="*/ 738084 h 6858000"/>
              <a:gd name="connsiteX13" fmla="*/ 4511323 w 5880100"/>
              <a:gd name="connsiteY13" fmla="*/ 614148 h 6858000"/>
              <a:gd name="connsiteX14" fmla="*/ 4468652 w 5880100"/>
              <a:gd name="connsiteY14" fmla="*/ 614148 h 6858000"/>
              <a:gd name="connsiteX15" fmla="*/ 4449349 w 5880100"/>
              <a:gd name="connsiteY15" fmla="*/ 734021 h 6858000"/>
              <a:gd name="connsiteX16" fmla="*/ 4388392 w 5880100"/>
              <a:gd name="connsiteY16" fmla="*/ 799037 h 6858000"/>
              <a:gd name="connsiteX17" fmla="*/ 4347753 w 5880100"/>
              <a:gd name="connsiteY17" fmla="*/ 734021 h 6858000"/>
              <a:gd name="connsiteX18" fmla="*/ 4367057 w 5880100"/>
              <a:gd name="connsiteY18" fmla="*/ 614148 h 6858000"/>
              <a:gd name="connsiteX19" fmla="*/ 5379974 w 5880100"/>
              <a:gd name="connsiteY19" fmla="*/ 608053 h 6858000"/>
              <a:gd name="connsiteX20" fmla="*/ 5243834 w 5880100"/>
              <a:gd name="connsiteY20" fmla="*/ 722847 h 6858000"/>
              <a:gd name="connsiteX21" fmla="*/ 5343399 w 5880100"/>
              <a:gd name="connsiteY21" fmla="*/ 837640 h 6858000"/>
              <a:gd name="connsiteX22" fmla="*/ 5479538 w 5880100"/>
              <a:gd name="connsiteY22" fmla="*/ 722847 h 6858000"/>
              <a:gd name="connsiteX23" fmla="*/ 5379974 w 5880100"/>
              <a:gd name="connsiteY23" fmla="*/ 608053 h 6858000"/>
              <a:gd name="connsiteX24" fmla="*/ 4939045 w 5880100"/>
              <a:gd name="connsiteY24" fmla="*/ 608052 h 6858000"/>
              <a:gd name="connsiteX25" fmla="*/ 4813065 w 5880100"/>
              <a:gd name="connsiteY25" fmla="*/ 724878 h 6858000"/>
              <a:gd name="connsiteX26" fmla="*/ 4903487 w 5880100"/>
              <a:gd name="connsiteY26" fmla="*/ 838655 h 6858000"/>
              <a:gd name="connsiteX27" fmla="*/ 5015243 w 5880100"/>
              <a:gd name="connsiteY27" fmla="*/ 779734 h 6858000"/>
              <a:gd name="connsiteX28" fmla="*/ 4982732 w 5880100"/>
              <a:gd name="connsiteY28" fmla="*/ 759418 h 6858000"/>
              <a:gd name="connsiteX29" fmla="*/ 4909582 w 5880100"/>
              <a:gd name="connsiteY29" fmla="*/ 801068 h 6858000"/>
              <a:gd name="connsiteX30" fmla="*/ 4854720 w 5880100"/>
              <a:gd name="connsiteY30" fmla="*/ 728941 h 6858000"/>
              <a:gd name="connsiteX31" fmla="*/ 5022355 w 5880100"/>
              <a:gd name="connsiteY31" fmla="*/ 728941 h 6858000"/>
              <a:gd name="connsiteX32" fmla="*/ 5023371 w 5880100"/>
              <a:gd name="connsiteY32" fmla="*/ 722845 h 6858000"/>
              <a:gd name="connsiteX33" fmla="*/ 4939045 w 5880100"/>
              <a:gd name="connsiteY33" fmla="*/ 608052 h 6858000"/>
              <a:gd name="connsiteX34" fmla="*/ 5186940 w 5880100"/>
              <a:gd name="connsiteY34" fmla="*/ 607037 h 6858000"/>
              <a:gd name="connsiteX35" fmla="*/ 5047753 w 5880100"/>
              <a:gd name="connsiteY35" fmla="*/ 723863 h 6858000"/>
              <a:gd name="connsiteX36" fmla="*/ 5147317 w 5880100"/>
              <a:gd name="connsiteY36" fmla="*/ 837640 h 6858000"/>
              <a:gd name="connsiteX37" fmla="*/ 5210308 w 5880100"/>
              <a:gd name="connsiteY37" fmla="*/ 823418 h 6858000"/>
              <a:gd name="connsiteX38" fmla="*/ 5218436 w 5880100"/>
              <a:gd name="connsiteY38" fmla="*/ 770593 h 6858000"/>
              <a:gd name="connsiteX39" fmla="*/ 5153413 w 5880100"/>
              <a:gd name="connsiteY39" fmla="*/ 799037 h 6858000"/>
              <a:gd name="connsiteX40" fmla="*/ 5089408 w 5880100"/>
              <a:gd name="connsiteY40" fmla="*/ 721830 h 6858000"/>
              <a:gd name="connsiteX41" fmla="*/ 5174749 w 5880100"/>
              <a:gd name="connsiteY41" fmla="*/ 645640 h 6858000"/>
              <a:gd name="connsiteX42" fmla="*/ 5233675 w 5880100"/>
              <a:gd name="connsiteY42" fmla="*/ 675101 h 6858000"/>
              <a:gd name="connsiteX43" fmla="*/ 5242819 w 5880100"/>
              <a:gd name="connsiteY43" fmla="*/ 621259 h 6858000"/>
              <a:gd name="connsiteX44" fmla="*/ 5186940 w 5880100"/>
              <a:gd name="connsiteY44" fmla="*/ 607037 h 6858000"/>
              <a:gd name="connsiteX45" fmla="*/ 4799858 w 5880100"/>
              <a:gd name="connsiteY45" fmla="*/ 607037 h 6858000"/>
              <a:gd name="connsiteX46" fmla="*/ 4732805 w 5880100"/>
              <a:gd name="connsiteY46" fmla="*/ 648687 h 6858000"/>
              <a:gd name="connsiteX47" fmla="*/ 4731788 w 5880100"/>
              <a:gd name="connsiteY47" fmla="*/ 648687 h 6858000"/>
              <a:gd name="connsiteX48" fmla="*/ 4736868 w 5880100"/>
              <a:gd name="connsiteY48" fmla="*/ 613133 h 6858000"/>
              <a:gd name="connsiteX49" fmla="*/ 4694198 w 5880100"/>
              <a:gd name="connsiteY49" fmla="*/ 613133 h 6858000"/>
              <a:gd name="connsiteX50" fmla="*/ 4659655 w 5880100"/>
              <a:gd name="connsiteY50" fmla="*/ 829513 h 6858000"/>
              <a:gd name="connsiteX51" fmla="*/ 4702326 w 5880100"/>
              <a:gd name="connsiteY51" fmla="*/ 829513 h 6858000"/>
              <a:gd name="connsiteX52" fmla="*/ 4719597 w 5880100"/>
              <a:gd name="connsiteY52" fmla="*/ 722846 h 6858000"/>
              <a:gd name="connsiteX53" fmla="*/ 4783602 w 5880100"/>
              <a:gd name="connsiteY53" fmla="*/ 645640 h 6858000"/>
              <a:gd name="connsiteX54" fmla="*/ 4807986 w 5880100"/>
              <a:gd name="connsiteY54" fmla="*/ 654783 h 6858000"/>
              <a:gd name="connsiteX55" fmla="*/ 4833385 w 5880100"/>
              <a:gd name="connsiteY55" fmla="*/ 617196 h 6858000"/>
              <a:gd name="connsiteX56" fmla="*/ 4799858 w 5880100"/>
              <a:gd name="connsiteY56" fmla="*/ 607037 h 6858000"/>
              <a:gd name="connsiteX57" fmla="*/ 4208566 w 5880100"/>
              <a:gd name="connsiteY57" fmla="*/ 607037 h 6858000"/>
              <a:gd name="connsiteX58" fmla="*/ 4135417 w 5880100"/>
              <a:gd name="connsiteY58" fmla="*/ 642593 h 6858000"/>
              <a:gd name="connsiteX59" fmla="*/ 4140496 w 5880100"/>
              <a:gd name="connsiteY59" fmla="*/ 614149 h 6858000"/>
              <a:gd name="connsiteX60" fmla="*/ 4097826 w 5880100"/>
              <a:gd name="connsiteY60" fmla="*/ 614149 h 6858000"/>
              <a:gd name="connsiteX61" fmla="*/ 4062267 w 5880100"/>
              <a:gd name="connsiteY61" fmla="*/ 829513 h 6858000"/>
              <a:gd name="connsiteX62" fmla="*/ 4104938 w 5880100"/>
              <a:gd name="connsiteY62" fmla="*/ 829513 h 6858000"/>
              <a:gd name="connsiteX63" fmla="*/ 4121193 w 5880100"/>
              <a:gd name="connsiteY63" fmla="*/ 729958 h 6858000"/>
              <a:gd name="connsiteX64" fmla="*/ 4190279 w 5880100"/>
              <a:gd name="connsiteY64" fmla="*/ 643608 h 6858000"/>
              <a:gd name="connsiteX65" fmla="*/ 4228885 w 5880100"/>
              <a:gd name="connsiteY65" fmla="*/ 705577 h 6858000"/>
              <a:gd name="connsiteX66" fmla="*/ 4208566 w 5880100"/>
              <a:gd name="connsiteY66" fmla="*/ 829513 h 6858000"/>
              <a:gd name="connsiteX67" fmla="*/ 4251236 w 5880100"/>
              <a:gd name="connsiteY67" fmla="*/ 829513 h 6858000"/>
              <a:gd name="connsiteX68" fmla="*/ 4271555 w 5880100"/>
              <a:gd name="connsiteY68" fmla="*/ 700498 h 6858000"/>
              <a:gd name="connsiteX69" fmla="*/ 4208566 w 5880100"/>
              <a:gd name="connsiteY69" fmla="*/ 607037 h 6858000"/>
              <a:gd name="connsiteX70" fmla="*/ 4585489 w 5880100"/>
              <a:gd name="connsiteY70" fmla="*/ 545068 h 6858000"/>
              <a:gd name="connsiteX71" fmla="*/ 4574314 w 5880100"/>
              <a:gd name="connsiteY71" fmla="*/ 614148 h 6858000"/>
              <a:gd name="connsiteX72" fmla="*/ 4551962 w 5880100"/>
              <a:gd name="connsiteY72" fmla="*/ 614148 h 6858000"/>
              <a:gd name="connsiteX73" fmla="*/ 4544851 w 5880100"/>
              <a:gd name="connsiteY73" fmla="*/ 652751 h 6858000"/>
              <a:gd name="connsiteX74" fmla="*/ 4568218 w 5880100"/>
              <a:gd name="connsiteY74" fmla="*/ 652751 h 6858000"/>
              <a:gd name="connsiteX75" fmla="*/ 4539771 w 5880100"/>
              <a:gd name="connsiteY75" fmla="*/ 830528 h 6858000"/>
              <a:gd name="connsiteX76" fmla="*/ 4582442 w 5880100"/>
              <a:gd name="connsiteY76" fmla="*/ 830528 h 6858000"/>
              <a:gd name="connsiteX77" fmla="*/ 4610888 w 5880100"/>
              <a:gd name="connsiteY77" fmla="*/ 652751 h 6858000"/>
              <a:gd name="connsiteX78" fmla="*/ 4658639 w 5880100"/>
              <a:gd name="connsiteY78" fmla="*/ 652751 h 6858000"/>
              <a:gd name="connsiteX79" fmla="*/ 4664735 w 5880100"/>
              <a:gd name="connsiteY79" fmla="*/ 614148 h 6858000"/>
              <a:gd name="connsiteX80" fmla="*/ 4616984 w 5880100"/>
              <a:gd name="connsiteY80" fmla="*/ 614148 h 6858000"/>
              <a:gd name="connsiteX81" fmla="*/ 4628160 w 5880100"/>
              <a:gd name="connsiteY81" fmla="*/ 545068 h 6858000"/>
              <a:gd name="connsiteX82" fmla="*/ 4115098 w 5880100"/>
              <a:gd name="connsiteY82" fmla="*/ 404877 h 6858000"/>
              <a:gd name="connsiteX83" fmla="*/ 3999659 w 5880100"/>
              <a:gd name="connsiteY83" fmla="*/ 452877 h 6858000"/>
              <a:gd name="connsiteX84" fmla="*/ 3981748 w 5880100"/>
              <a:gd name="connsiteY84" fmla="*/ 472829 h 6858000"/>
              <a:gd name="connsiteX85" fmla="*/ 3946734 w 5880100"/>
              <a:gd name="connsiteY85" fmla="*/ 480290 h 6858000"/>
              <a:gd name="connsiteX86" fmla="*/ 3800149 w 5880100"/>
              <a:gd name="connsiteY86" fmla="*/ 659861 h 6858000"/>
              <a:gd name="connsiteX87" fmla="*/ 3784909 w 5880100"/>
              <a:gd name="connsiteY87" fmla="*/ 754338 h 6858000"/>
              <a:gd name="connsiteX88" fmla="*/ 3681281 w 5880100"/>
              <a:gd name="connsiteY88" fmla="*/ 980878 h 6858000"/>
              <a:gd name="connsiteX89" fmla="*/ 3851963 w 5880100"/>
              <a:gd name="connsiteY89" fmla="*/ 772624 h 6858000"/>
              <a:gd name="connsiteX90" fmla="*/ 3868219 w 5880100"/>
              <a:gd name="connsiteY90" fmla="*/ 677132 h 6858000"/>
              <a:gd name="connsiteX91" fmla="*/ 3956607 w 5880100"/>
              <a:gd name="connsiteY91" fmla="*/ 482083 h 6858000"/>
              <a:gd name="connsiteX92" fmla="*/ 3972309 w 5880100"/>
              <a:gd name="connsiteY92" fmla="*/ 483344 h 6858000"/>
              <a:gd name="connsiteX93" fmla="*/ 3945797 w 5880100"/>
              <a:gd name="connsiteY93" fmla="*/ 512877 h 6858000"/>
              <a:gd name="connsiteX94" fmla="*/ 3913937 w 5880100"/>
              <a:gd name="connsiteY94" fmla="*/ 596877 h 6858000"/>
              <a:gd name="connsiteX95" fmla="*/ 3887522 w 5880100"/>
              <a:gd name="connsiteY95" fmla="*/ 754338 h 6858000"/>
              <a:gd name="connsiteX96" fmla="*/ 3760526 w 5880100"/>
              <a:gd name="connsiteY96" fmla="*/ 980878 h 6858000"/>
              <a:gd name="connsiteX97" fmla="*/ 3952543 w 5880100"/>
              <a:gd name="connsiteY97" fmla="*/ 788877 h 6858000"/>
              <a:gd name="connsiteX98" fmla="*/ 3982007 w 5880100"/>
              <a:gd name="connsiteY98" fmla="*/ 614148 h 6858000"/>
              <a:gd name="connsiteX99" fmla="*/ 4001104 w 5880100"/>
              <a:gd name="connsiteY99" fmla="*/ 526385 h 6858000"/>
              <a:gd name="connsiteX100" fmla="*/ 4009122 w 5880100"/>
              <a:gd name="connsiteY100" fmla="*/ 502034 h 6858000"/>
              <a:gd name="connsiteX101" fmla="*/ 4027757 w 5880100"/>
              <a:gd name="connsiteY101" fmla="*/ 525512 h 6858000"/>
              <a:gd name="connsiteX102" fmla="*/ 4050076 w 5880100"/>
              <a:gd name="connsiteY102" fmla="*/ 565385 h 6858000"/>
              <a:gd name="connsiteX103" fmla="*/ 4064300 w 5880100"/>
              <a:gd name="connsiteY103" fmla="*/ 496305 h 6858000"/>
              <a:gd name="connsiteX104" fmla="*/ 4040298 w 5880100"/>
              <a:gd name="connsiteY104" fmla="*/ 478020 h 6858000"/>
              <a:gd name="connsiteX105" fmla="*/ 4020982 w 5880100"/>
              <a:gd name="connsiteY105" fmla="*/ 473605 h 6858000"/>
              <a:gd name="connsiteX106" fmla="*/ 4022010 w 5880100"/>
              <a:gd name="connsiteY106" fmla="*/ 471290 h 6858000"/>
              <a:gd name="connsiteX107" fmla="*/ 4070395 w 5880100"/>
              <a:gd name="connsiteY107" fmla="*/ 419099 h 6858000"/>
              <a:gd name="connsiteX108" fmla="*/ 4163864 w 5880100"/>
              <a:gd name="connsiteY108" fmla="*/ 502401 h 6858000"/>
              <a:gd name="connsiteX109" fmla="*/ 4178088 w 5880100"/>
              <a:gd name="connsiteY109" fmla="*/ 433321 h 6858000"/>
              <a:gd name="connsiteX110" fmla="*/ 4115098 w 5880100"/>
              <a:gd name="connsiteY110" fmla="*/ 404877 h 6858000"/>
              <a:gd name="connsiteX111" fmla="*/ 0 w 5880100"/>
              <a:gd name="connsiteY111" fmla="*/ 0 h 6858000"/>
              <a:gd name="connsiteX112" fmla="*/ 5880100 w 5880100"/>
              <a:gd name="connsiteY112" fmla="*/ 0 h 6858000"/>
              <a:gd name="connsiteX113" fmla="*/ 5880100 w 5880100"/>
              <a:gd name="connsiteY113" fmla="*/ 6858000 h 6858000"/>
              <a:gd name="connsiteX114" fmla="*/ 0 w 5880100"/>
              <a:gd name="connsiteY1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5880100" h="6858000">
                <a:moveTo>
                  <a:pt x="5373878" y="647673"/>
                </a:moveTo>
                <a:cubicBezTo>
                  <a:pt x="5415533" y="647673"/>
                  <a:pt x="5443979" y="681196"/>
                  <a:pt x="5436868" y="722847"/>
                </a:cubicBezTo>
                <a:cubicBezTo>
                  <a:pt x="5430772" y="763482"/>
                  <a:pt x="5391149" y="798021"/>
                  <a:pt x="5349494" y="798021"/>
                </a:cubicBezTo>
                <a:cubicBezTo>
                  <a:pt x="5307840" y="798021"/>
                  <a:pt x="5280409" y="763482"/>
                  <a:pt x="5286505" y="722847"/>
                </a:cubicBezTo>
                <a:cubicBezTo>
                  <a:pt x="5293617" y="681196"/>
                  <a:pt x="5332223" y="646656"/>
                  <a:pt x="5373878" y="647673"/>
                </a:cubicBezTo>
                <a:close/>
                <a:moveTo>
                  <a:pt x="4933965" y="643608"/>
                </a:moveTo>
                <a:cubicBezTo>
                  <a:pt x="4967492" y="643608"/>
                  <a:pt x="4985779" y="664941"/>
                  <a:pt x="4985779" y="697448"/>
                </a:cubicBezTo>
                <a:lnTo>
                  <a:pt x="4862848" y="697448"/>
                </a:lnTo>
                <a:cubicBezTo>
                  <a:pt x="4873007" y="666973"/>
                  <a:pt x="4901454" y="643608"/>
                  <a:pt x="4933965" y="643608"/>
                </a:cubicBezTo>
                <a:close/>
                <a:moveTo>
                  <a:pt x="4324386" y="614148"/>
                </a:moveTo>
                <a:lnTo>
                  <a:pt x="4304067" y="738084"/>
                </a:lnTo>
                <a:cubicBezTo>
                  <a:pt x="4294923" y="797005"/>
                  <a:pt x="4316259" y="837640"/>
                  <a:pt x="4381280" y="837640"/>
                </a:cubicBezTo>
                <a:cubicBezTo>
                  <a:pt x="4446302" y="837640"/>
                  <a:pt x="4481861" y="797005"/>
                  <a:pt x="4491004" y="738084"/>
                </a:cubicBezTo>
                <a:lnTo>
                  <a:pt x="4511323" y="614148"/>
                </a:lnTo>
                <a:lnTo>
                  <a:pt x="4468652" y="614148"/>
                </a:lnTo>
                <a:lnTo>
                  <a:pt x="4449349" y="734021"/>
                </a:lnTo>
                <a:cubicBezTo>
                  <a:pt x="4444270" y="768561"/>
                  <a:pt x="4430046" y="799037"/>
                  <a:pt x="4388392" y="799037"/>
                </a:cubicBezTo>
                <a:cubicBezTo>
                  <a:pt x="4345721" y="799037"/>
                  <a:pt x="4341658" y="768561"/>
                  <a:pt x="4347753" y="734021"/>
                </a:cubicBezTo>
                <a:lnTo>
                  <a:pt x="4367057" y="614148"/>
                </a:lnTo>
                <a:close/>
                <a:moveTo>
                  <a:pt x="5379974" y="608053"/>
                </a:moveTo>
                <a:cubicBezTo>
                  <a:pt x="5313936" y="608053"/>
                  <a:pt x="5253994" y="657830"/>
                  <a:pt x="5243834" y="722847"/>
                </a:cubicBezTo>
                <a:cubicBezTo>
                  <a:pt x="5233675" y="787863"/>
                  <a:pt x="5277361" y="837640"/>
                  <a:pt x="5343399" y="837640"/>
                </a:cubicBezTo>
                <a:cubicBezTo>
                  <a:pt x="5409436" y="837640"/>
                  <a:pt x="5469378" y="787863"/>
                  <a:pt x="5479538" y="722847"/>
                </a:cubicBezTo>
                <a:cubicBezTo>
                  <a:pt x="5490714" y="657830"/>
                  <a:pt x="5447028" y="607037"/>
                  <a:pt x="5379974" y="608053"/>
                </a:cubicBezTo>
                <a:close/>
                <a:moveTo>
                  <a:pt x="4939045" y="608052"/>
                </a:moveTo>
                <a:cubicBezTo>
                  <a:pt x="4867928" y="608052"/>
                  <a:pt x="4824240" y="658845"/>
                  <a:pt x="4813065" y="724878"/>
                </a:cubicBezTo>
                <a:cubicBezTo>
                  <a:pt x="4802906" y="788878"/>
                  <a:pt x="4836433" y="838655"/>
                  <a:pt x="4903487" y="838655"/>
                </a:cubicBezTo>
                <a:cubicBezTo>
                  <a:pt x="4946157" y="838655"/>
                  <a:pt x="4988828" y="817322"/>
                  <a:pt x="5015243" y="779734"/>
                </a:cubicBezTo>
                <a:lnTo>
                  <a:pt x="4982732" y="759418"/>
                </a:lnTo>
                <a:cubicBezTo>
                  <a:pt x="4962413" y="784814"/>
                  <a:pt x="4942093" y="801068"/>
                  <a:pt x="4909582" y="801068"/>
                </a:cubicBezTo>
                <a:cubicBezTo>
                  <a:pt x="4868944" y="801068"/>
                  <a:pt x="4849640" y="765512"/>
                  <a:pt x="4854720" y="728941"/>
                </a:cubicBezTo>
                <a:lnTo>
                  <a:pt x="5022355" y="728941"/>
                </a:lnTo>
                <a:lnTo>
                  <a:pt x="5023371" y="722845"/>
                </a:lnTo>
                <a:cubicBezTo>
                  <a:pt x="5033530" y="658845"/>
                  <a:pt x="5009147" y="608052"/>
                  <a:pt x="4939045" y="608052"/>
                </a:cubicBezTo>
                <a:close/>
                <a:moveTo>
                  <a:pt x="5186940" y="607037"/>
                </a:moveTo>
                <a:cubicBezTo>
                  <a:pt x="5118871" y="607037"/>
                  <a:pt x="5058928" y="656815"/>
                  <a:pt x="5047753" y="723863"/>
                </a:cubicBezTo>
                <a:cubicBezTo>
                  <a:pt x="5036577" y="788878"/>
                  <a:pt x="5082296" y="837640"/>
                  <a:pt x="5147317" y="837640"/>
                </a:cubicBezTo>
                <a:cubicBezTo>
                  <a:pt x="5169669" y="837640"/>
                  <a:pt x="5188972" y="833577"/>
                  <a:pt x="5210308" y="823418"/>
                </a:cubicBezTo>
                <a:lnTo>
                  <a:pt x="5218436" y="770593"/>
                </a:lnTo>
                <a:cubicBezTo>
                  <a:pt x="5199132" y="787863"/>
                  <a:pt x="5177797" y="799037"/>
                  <a:pt x="5153413" y="799037"/>
                </a:cubicBezTo>
                <a:cubicBezTo>
                  <a:pt x="5108711" y="799037"/>
                  <a:pt x="5082296" y="766529"/>
                  <a:pt x="5089408" y="721830"/>
                </a:cubicBezTo>
                <a:cubicBezTo>
                  <a:pt x="5095503" y="681196"/>
                  <a:pt x="5133094" y="645640"/>
                  <a:pt x="5174749" y="645640"/>
                </a:cubicBezTo>
                <a:cubicBezTo>
                  <a:pt x="5201164" y="645640"/>
                  <a:pt x="5219452" y="655799"/>
                  <a:pt x="5233675" y="675101"/>
                </a:cubicBezTo>
                <a:lnTo>
                  <a:pt x="5242819" y="621259"/>
                </a:lnTo>
                <a:cubicBezTo>
                  <a:pt x="5227579" y="612116"/>
                  <a:pt x="5206243" y="607037"/>
                  <a:pt x="5186940" y="607037"/>
                </a:cubicBezTo>
                <a:close/>
                <a:moveTo>
                  <a:pt x="4799858" y="607037"/>
                </a:moveTo>
                <a:cubicBezTo>
                  <a:pt x="4771411" y="607037"/>
                  <a:pt x="4747028" y="623291"/>
                  <a:pt x="4732805" y="648687"/>
                </a:cubicBezTo>
                <a:lnTo>
                  <a:pt x="4731788" y="648687"/>
                </a:lnTo>
                <a:lnTo>
                  <a:pt x="4736868" y="613133"/>
                </a:lnTo>
                <a:lnTo>
                  <a:pt x="4694198" y="613133"/>
                </a:lnTo>
                <a:lnTo>
                  <a:pt x="4659655" y="829513"/>
                </a:lnTo>
                <a:lnTo>
                  <a:pt x="4702326" y="829513"/>
                </a:lnTo>
                <a:lnTo>
                  <a:pt x="4719597" y="722846"/>
                </a:lnTo>
                <a:cubicBezTo>
                  <a:pt x="4725693" y="687291"/>
                  <a:pt x="4737884" y="645640"/>
                  <a:pt x="4783602" y="645640"/>
                </a:cubicBezTo>
                <a:cubicBezTo>
                  <a:pt x="4793763" y="645640"/>
                  <a:pt x="4801891" y="648687"/>
                  <a:pt x="4807986" y="654783"/>
                </a:cubicBezTo>
                <a:lnTo>
                  <a:pt x="4833385" y="617196"/>
                </a:lnTo>
                <a:cubicBezTo>
                  <a:pt x="4823226" y="611100"/>
                  <a:pt x="4812050" y="607037"/>
                  <a:pt x="4799858" y="607037"/>
                </a:cubicBezTo>
                <a:close/>
                <a:moveTo>
                  <a:pt x="4208566" y="607037"/>
                </a:moveTo>
                <a:cubicBezTo>
                  <a:pt x="4182151" y="607037"/>
                  <a:pt x="4153704" y="619227"/>
                  <a:pt x="4135417" y="642593"/>
                </a:cubicBezTo>
                <a:lnTo>
                  <a:pt x="4140496" y="614149"/>
                </a:lnTo>
                <a:lnTo>
                  <a:pt x="4097826" y="614149"/>
                </a:lnTo>
                <a:lnTo>
                  <a:pt x="4062267" y="829513"/>
                </a:lnTo>
                <a:lnTo>
                  <a:pt x="4104938" y="829513"/>
                </a:lnTo>
                <a:lnTo>
                  <a:pt x="4121193" y="729958"/>
                </a:lnTo>
                <a:cubicBezTo>
                  <a:pt x="4128305" y="690339"/>
                  <a:pt x="4135417" y="643608"/>
                  <a:pt x="4190279" y="643608"/>
                </a:cubicBezTo>
                <a:cubicBezTo>
                  <a:pt x="4233965" y="643608"/>
                  <a:pt x="4234981" y="669005"/>
                  <a:pt x="4228885" y="705577"/>
                </a:cubicBezTo>
                <a:lnTo>
                  <a:pt x="4208566" y="829513"/>
                </a:lnTo>
                <a:lnTo>
                  <a:pt x="4251236" y="829513"/>
                </a:lnTo>
                <a:lnTo>
                  <a:pt x="4271555" y="700498"/>
                </a:lnTo>
                <a:cubicBezTo>
                  <a:pt x="4279683" y="647672"/>
                  <a:pt x="4270539" y="607037"/>
                  <a:pt x="4208566" y="607037"/>
                </a:cubicBezTo>
                <a:close/>
                <a:moveTo>
                  <a:pt x="4585489" y="545068"/>
                </a:moveTo>
                <a:lnTo>
                  <a:pt x="4574314" y="614148"/>
                </a:lnTo>
                <a:lnTo>
                  <a:pt x="4551962" y="614148"/>
                </a:lnTo>
                <a:lnTo>
                  <a:pt x="4544851" y="652751"/>
                </a:lnTo>
                <a:lnTo>
                  <a:pt x="4568218" y="652751"/>
                </a:lnTo>
                <a:lnTo>
                  <a:pt x="4539771" y="830528"/>
                </a:lnTo>
                <a:lnTo>
                  <a:pt x="4582442" y="830528"/>
                </a:lnTo>
                <a:lnTo>
                  <a:pt x="4610888" y="652751"/>
                </a:lnTo>
                <a:lnTo>
                  <a:pt x="4658639" y="652751"/>
                </a:lnTo>
                <a:lnTo>
                  <a:pt x="4664735" y="614148"/>
                </a:lnTo>
                <a:lnTo>
                  <a:pt x="4616984" y="614148"/>
                </a:lnTo>
                <a:lnTo>
                  <a:pt x="4628160" y="545068"/>
                </a:lnTo>
                <a:close/>
                <a:moveTo>
                  <a:pt x="4115098" y="404877"/>
                </a:moveTo>
                <a:cubicBezTo>
                  <a:pt x="4084619" y="404877"/>
                  <a:pt x="4039663" y="420877"/>
                  <a:pt x="3999659" y="452877"/>
                </a:cubicBezTo>
                <a:lnTo>
                  <a:pt x="3981748" y="472829"/>
                </a:lnTo>
                <a:lnTo>
                  <a:pt x="3946734" y="480290"/>
                </a:lnTo>
                <a:cubicBezTo>
                  <a:pt x="3887014" y="503861"/>
                  <a:pt x="3816150" y="563861"/>
                  <a:pt x="3800149" y="659861"/>
                </a:cubicBezTo>
                <a:lnTo>
                  <a:pt x="3784909" y="754338"/>
                </a:lnTo>
                <a:cubicBezTo>
                  <a:pt x="3759510" y="907735"/>
                  <a:pt x="3746303" y="943291"/>
                  <a:pt x="3681281" y="980878"/>
                </a:cubicBezTo>
                <a:cubicBezTo>
                  <a:pt x="3728015" y="972751"/>
                  <a:pt x="3826564" y="928053"/>
                  <a:pt x="3851963" y="772624"/>
                </a:cubicBezTo>
                <a:lnTo>
                  <a:pt x="3868219" y="677132"/>
                </a:lnTo>
                <a:cubicBezTo>
                  <a:pt x="3892602" y="533892"/>
                  <a:pt x="3921049" y="504433"/>
                  <a:pt x="3956607" y="482083"/>
                </a:cubicBezTo>
                <a:lnTo>
                  <a:pt x="3972309" y="483344"/>
                </a:lnTo>
                <a:lnTo>
                  <a:pt x="3945797" y="512877"/>
                </a:lnTo>
                <a:cubicBezTo>
                  <a:pt x="3930700" y="536877"/>
                  <a:pt x="3919271" y="564877"/>
                  <a:pt x="3913937" y="596877"/>
                </a:cubicBezTo>
                <a:lnTo>
                  <a:pt x="3887522" y="754338"/>
                </a:lnTo>
                <a:cubicBezTo>
                  <a:pt x="3867202" y="876242"/>
                  <a:pt x="3825548" y="943290"/>
                  <a:pt x="3760526" y="980878"/>
                </a:cubicBezTo>
                <a:cubicBezTo>
                  <a:pt x="3801165" y="977830"/>
                  <a:pt x="3929177" y="929068"/>
                  <a:pt x="3952543" y="788877"/>
                </a:cubicBezTo>
                <a:lnTo>
                  <a:pt x="3982007" y="614148"/>
                </a:lnTo>
                <a:cubicBezTo>
                  <a:pt x="3988103" y="578338"/>
                  <a:pt x="3994453" y="549639"/>
                  <a:pt x="4001104" y="526385"/>
                </a:cubicBezTo>
                <a:lnTo>
                  <a:pt x="4009122" y="502034"/>
                </a:lnTo>
                <a:lnTo>
                  <a:pt x="4027757" y="525512"/>
                </a:lnTo>
                <a:cubicBezTo>
                  <a:pt x="4034900" y="536623"/>
                  <a:pt x="4042202" y="549893"/>
                  <a:pt x="4050076" y="565385"/>
                </a:cubicBezTo>
                <a:lnTo>
                  <a:pt x="4064300" y="496305"/>
                </a:lnTo>
                <a:cubicBezTo>
                  <a:pt x="4058712" y="490210"/>
                  <a:pt x="4050838" y="483353"/>
                  <a:pt x="4040298" y="478020"/>
                </a:cubicBezTo>
                <a:lnTo>
                  <a:pt x="4020982" y="473605"/>
                </a:lnTo>
                <a:lnTo>
                  <a:pt x="4022010" y="471290"/>
                </a:lnTo>
                <a:cubicBezTo>
                  <a:pt x="4036615" y="443226"/>
                  <a:pt x="4052616" y="430274"/>
                  <a:pt x="4070395" y="419099"/>
                </a:cubicBezTo>
                <a:cubicBezTo>
                  <a:pt x="4110018" y="414020"/>
                  <a:pt x="4132369" y="440433"/>
                  <a:pt x="4163864" y="502401"/>
                </a:cubicBezTo>
                <a:lnTo>
                  <a:pt x="4178088" y="433321"/>
                </a:lnTo>
                <a:cubicBezTo>
                  <a:pt x="4167929" y="420115"/>
                  <a:pt x="4146593" y="404877"/>
                  <a:pt x="4115098" y="404877"/>
                </a:cubicBezTo>
                <a:close/>
                <a:moveTo>
                  <a:pt x="0" y="0"/>
                </a:moveTo>
                <a:lnTo>
                  <a:pt x="5880100" y="0"/>
                </a:lnTo>
                <a:lnTo>
                  <a:pt x="5880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9788" y="1989138"/>
            <a:ext cx="5040000" cy="3835662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800"/>
            </a:lvl1pPr>
            <a:lvl2pPr marL="3816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-381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A0110617-EBBF-6844-8C49-866445C5CF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5039999" cy="728838"/>
          </a:xfrm>
        </p:spPr>
        <p:txBody>
          <a:bodyPr wrap="square"/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652FDEA-9E6F-E248-A38D-8C3248EBF9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1366039"/>
            <a:ext cx="5039999" cy="274663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FACCF14-ED7D-1F48-AA75-71F61F500A4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44072" y="1989138"/>
            <a:ext cx="4602556" cy="3835662"/>
          </a:xfrm>
          <a:prstGeom prst="roundRect">
            <a:avLst>
              <a:gd name="adj" fmla="val 3354"/>
            </a:avLst>
          </a:prstGeom>
          <a:solidFill>
            <a:schemeClr val="bg1">
              <a:alpha val="90000"/>
            </a:schemeClr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3804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0">
              <a:lnSpc>
                <a:spcPct val="100000"/>
              </a:lnSpc>
              <a:buFont typeface="Arial" charset="0"/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endParaRPr lang="en-US"/>
          </a:p>
        </p:txBody>
      </p:sp>
      <p:sp>
        <p:nvSpPr>
          <p:cNvPr id="14" name="Tijdelijke aanduiding voor dianummer 5">
            <a:extLst>
              <a:ext uri="{FF2B5EF4-FFF2-40B4-BE49-F238E27FC236}">
                <a16:creationId xmlns:a16="http://schemas.microsoft.com/office/drawing/2014/main" id="{21EB5DFD-55E0-7A46-AFC3-69758A8C7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36160" y="6173276"/>
            <a:ext cx="4655840" cy="684724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0" tIns="54000" rIns="396000" bIns="0" rtlCol="0" anchor="ctr" anchorCtr="0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D3F63D28-49C9-D947-BB50-840EF95F43B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68612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27291FDF-11E4-844A-96B9-AE2D23F9944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839787" y="1989138"/>
            <a:ext cx="3238733" cy="684000"/>
          </a:xfrm>
          <a:prstGeom prst="roundRect">
            <a:avLst/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16"/>
          </p:nvPr>
        </p:nvSpPr>
        <p:spPr>
          <a:xfrm>
            <a:off x="839787" y="2673138"/>
            <a:ext cx="3238733" cy="1104384"/>
          </a:xfrm>
          <a:solidFill>
            <a:schemeClr val="bg1"/>
          </a:solidFill>
        </p:spPr>
        <p:txBody>
          <a:bodyPr wrap="square">
            <a:no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839787" y="3961938"/>
            <a:ext cx="3238733" cy="684000"/>
          </a:xfrm>
          <a:prstGeom prst="roundRect">
            <a:avLst/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18"/>
          </p:nvPr>
        </p:nvSpPr>
        <p:spPr>
          <a:xfrm>
            <a:off x="839787" y="4645938"/>
            <a:ext cx="3238733" cy="1104384"/>
          </a:xfrm>
          <a:solidFill>
            <a:schemeClr val="bg1"/>
          </a:solidFill>
        </p:spPr>
        <p:txBody>
          <a:bodyPr wrap="square">
            <a:no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nl-NL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38" name="Text Placeholder 19"/>
          <p:cNvSpPr>
            <a:spLocks noGrp="1"/>
          </p:cNvSpPr>
          <p:nvPr>
            <p:ph type="body" sz="quarter" idx="19"/>
          </p:nvPr>
        </p:nvSpPr>
        <p:spPr>
          <a:xfrm>
            <a:off x="4485393" y="1989138"/>
            <a:ext cx="3229973" cy="684000"/>
          </a:xfrm>
          <a:prstGeom prst="roundRect">
            <a:avLst/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9" name="Text Placeholder 19"/>
          <p:cNvSpPr>
            <a:spLocks noGrp="1"/>
          </p:cNvSpPr>
          <p:nvPr>
            <p:ph type="body" sz="quarter" idx="20"/>
          </p:nvPr>
        </p:nvSpPr>
        <p:spPr>
          <a:xfrm>
            <a:off x="4485393" y="2673138"/>
            <a:ext cx="3229973" cy="1104384"/>
          </a:xfrm>
          <a:solidFill>
            <a:schemeClr val="bg1"/>
          </a:solidFill>
        </p:spPr>
        <p:txBody>
          <a:bodyPr wrap="square">
            <a:no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0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4485393" y="3961938"/>
            <a:ext cx="3229973" cy="684000"/>
          </a:xfrm>
          <a:prstGeom prst="roundRect">
            <a:avLst/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1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485393" y="4645938"/>
            <a:ext cx="3229973" cy="1104384"/>
          </a:xfrm>
          <a:solidFill>
            <a:schemeClr val="bg1"/>
          </a:solidFill>
        </p:spPr>
        <p:txBody>
          <a:bodyPr wrap="square">
            <a:no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nl-NL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42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8122239" y="1989138"/>
            <a:ext cx="3229974" cy="684000"/>
          </a:xfrm>
          <a:prstGeom prst="roundRect">
            <a:avLst/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3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8122239" y="2673138"/>
            <a:ext cx="3229974" cy="1104384"/>
          </a:xfrm>
          <a:solidFill>
            <a:schemeClr val="bg1"/>
          </a:solidFill>
        </p:spPr>
        <p:txBody>
          <a:bodyPr wrap="square">
            <a:no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4" name="Text Placeholder 19"/>
          <p:cNvSpPr>
            <a:spLocks noGrp="1"/>
          </p:cNvSpPr>
          <p:nvPr>
            <p:ph type="body" sz="quarter" idx="25"/>
          </p:nvPr>
        </p:nvSpPr>
        <p:spPr>
          <a:xfrm>
            <a:off x="8122239" y="3961938"/>
            <a:ext cx="3229974" cy="684000"/>
          </a:xfrm>
          <a:prstGeom prst="roundRect">
            <a:avLst/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5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8122239" y="4645938"/>
            <a:ext cx="3229974" cy="1104384"/>
          </a:xfrm>
          <a:solidFill>
            <a:schemeClr val="bg1"/>
          </a:solidFill>
        </p:spPr>
        <p:txBody>
          <a:bodyPr wrap="square">
            <a:noAutofit/>
          </a:bodyPr>
          <a:lstStyle>
            <a:lvl1pPr marL="108000" indent="-1080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nl-NL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72823494-CD15-9049-A47C-C99099D00D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728838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865FB093-6ACD-E747-98C0-F16FBA07D96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9788" y="1366039"/>
            <a:ext cx="7560468" cy="274663"/>
          </a:xfrm>
        </p:spPr>
        <p:txBody>
          <a:bodyPr wrap="square" lIns="36000" tIns="36000" rIns="36000" bIns="36000">
            <a:noAutofit/>
          </a:bodyPr>
          <a:lstStyle>
            <a:lvl1pPr marL="0" indent="0">
              <a:buNone/>
              <a:defRPr b="1" baseline="0"/>
            </a:lvl1pPr>
            <a:lvl2pPr marL="380400" indent="0">
              <a:buNone/>
              <a:defRPr/>
            </a:lvl2pPr>
            <a:lvl3pPr marL="763200" indent="0">
              <a:buNone/>
              <a:defRPr/>
            </a:lvl3pPr>
            <a:lvl4pPr marL="1105200" indent="0">
              <a:buNone/>
              <a:defRPr/>
            </a:lvl4pPr>
            <a:lvl5pPr marL="1447200" indent="0">
              <a:buFont typeface="Arial" charset="0"/>
              <a:buNone/>
              <a:defRPr/>
            </a:lvl5pPr>
          </a:lstStyle>
          <a:p>
            <a:pPr lvl="0"/>
            <a:r>
              <a:rPr lang="en-US"/>
              <a:t>Subtitle paragraph</a:t>
            </a:r>
          </a:p>
        </p:txBody>
      </p:sp>
    </p:spTree>
    <p:extLst>
      <p:ext uri="{BB962C8B-B14F-4D97-AF65-F5344CB8AC3E}">
        <p14:creationId xmlns:p14="http://schemas.microsoft.com/office/powerpoint/2010/main" val="1971494608"/>
      </p:ext>
    </p:extLst>
  </p:cSld>
  <p:clrMapOvr>
    <a:masterClrMapping/>
  </p:clrMapOvr>
  <p:hf sldNum="0" hdr="0" ft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xed head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25EED34-690F-CB41-8188-BB2E7E64F79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Tijdelijke aanduiding voor titel 1">
            <a:extLst>
              <a:ext uri="{FF2B5EF4-FFF2-40B4-BE49-F238E27FC236}">
                <a16:creationId xmlns:a16="http://schemas.microsoft.com/office/drawing/2014/main" id="{9FD576D2-650F-5142-A42C-138C7D767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1989138"/>
            <a:ext cx="10512425" cy="374411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r>
              <a:rPr lang="en-GB"/>
              <a:t>Fixed heading</a:t>
            </a:r>
            <a:br>
              <a:rPr lang="en-GB"/>
            </a:br>
            <a:r>
              <a:rPr lang="en-GB"/>
              <a:t>(statement)</a:t>
            </a:r>
          </a:p>
        </p:txBody>
      </p:sp>
    </p:spTree>
    <p:extLst>
      <p:ext uri="{BB962C8B-B14F-4D97-AF65-F5344CB8AC3E}">
        <p14:creationId xmlns:p14="http://schemas.microsoft.com/office/powerpoint/2010/main" val="3347354646"/>
      </p:ext>
    </p:extLst>
  </p:cSld>
  <p:clrMapOvr>
    <a:masterClrMapping/>
  </p:clrMapOvr>
  <p:hf sldNum="0" hdr="0" ft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xed heading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E86A3CD-BFF1-9C47-8123-2D96930586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16680" cy="1993166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Tijdelijke aanduiding voor titel 1">
            <a:extLst>
              <a:ext uri="{FF2B5EF4-FFF2-40B4-BE49-F238E27FC236}">
                <a16:creationId xmlns:a16="http://schemas.microsoft.com/office/drawing/2014/main" id="{9FD576D2-650F-5142-A42C-138C7D767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1989138"/>
            <a:ext cx="10512425" cy="374411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GB"/>
              <a:t>Fixed heading</a:t>
            </a:r>
            <a:br>
              <a:rPr lang="en-GB"/>
            </a:br>
            <a:r>
              <a:rPr lang="en-GB"/>
              <a:t>(statement)</a:t>
            </a:r>
          </a:p>
        </p:txBody>
      </p:sp>
      <p:pic>
        <p:nvPicPr>
          <p:cNvPr id="10" name="Afbeelding 6">
            <a:extLst>
              <a:ext uri="{FF2B5EF4-FFF2-40B4-BE49-F238E27FC236}">
                <a16:creationId xmlns:a16="http://schemas.microsoft.com/office/drawing/2014/main" id="{87BE5CFF-9A1C-D54B-88BE-530FDDDED4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3181" y="404813"/>
            <a:ext cx="179838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934625"/>
      </p:ext>
    </p:extLst>
  </p:cSld>
  <p:clrMapOvr>
    <a:masterClrMapping/>
  </p:clrMapOvr>
  <p:hf sldNum="0" hdr="0" ft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fac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64320773-C8EA-9040-B2E4-8AFDE3D9B13F}"/>
              </a:ext>
            </a:extLst>
          </p:cNvPr>
          <p:cNvSpPr/>
          <p:nvPr userDrawn="1"/>
        </p:nvSpPr>
        <p:spPr>
          <a:xfrm>
            <a:off x="8796213" y="309511"/>
            <a:ext cx="3227834" cy="944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2" name="Picture Placeholder 71">
            <a:extLst>
              <a:ext uri="{FF2B5EF4-FFF2-40B4-BE49-F238E27FC236}">
                <a16:creationId xmlns:a16="http://schemas.microsoft.com/office/drawing/2014/main" id="{6EEDB3E7-0D59-044E-819C-2FB68D7917F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314" cy="3429000"/>
          </a:xfrm>
          <a:custGeom>
            <a:avLst/>
            <a:gdLst>
              <a:gd name="connsiteX0" fmla="*/ 11686092 w 12192314"/>
              <a:gd name="connsiteY0" fmla="*/ 647673 h 3429000"/>
              <a:gd name="connsiteX1" fmla="*/ 11749082 w 12192314"/>
              <a:gd name="connsiteY1" fmla="*/ 722847 h 3429000"/>
              <a:gd name="connsiteX2" fmla="*/ 11661708 w 12192314"/>
              <a:gd name="connsiteY2" fmla="*/ 798021 h 3429000"/>
              <a:gd name="connsiteX3" fmla="*/ 11598719 w 12192314"/>
              <a:gd name="connsiteY3" fmla="*/ 722847 h 3429000"/>
              <a:gd name="connsiteX4" fmla="*/ 11686092 w 12192314"/>
              <a:gd name="connsiteY4" fmla="*/ 647673 h 3429000"/>
              <a:gd name="connsiteX5" fmla="*/ 11246179 w 12192314"/>
              <a:gd name="connsiteY5" fmla="*/ 643608 h 3429000"/>
              <a:gd name="connsiteX6" fmla="*/ 11297993 w 12192314"/>
              <a:gd name="connsiteY6" fmla="*/ 697448 h 3429000"/>
              <a:gd name="connsiteX7" fmla="*/ 11175062 w 12192314"/>
              <a:gd name="connsiteY7" fmla="*/ 697448 h 3429000"/>
              <a:gd name="connsiteX8" fmla="*/ 11246179 w 12192314"/>
              <a:gd name="connsiteY8" fmla="*/ 643608 h 3429000"/>
              <a:gd name="connsiteX9" fmla="*/ 10636600 w 12192314"/>
              <a:gd name="connsiteY9" fmla="*/ 614148 h 3429000"/>
              <a:gd name="connsiteX10" fmla="*/ 10616281 w 12192314"/>
              <a:gd name="connsiteY10" fmla="*/ 738084 h 3429000"/>
              <a:gd name="connsiteX11" fmla="*/ 10693494 w 12192314"/>
              <a:gd name="connsiteY11" fmla="*/ 837640 h 3429000"/>
              <a:gd name="connsiteX12" fmla="*/ 10803218 w 12192314"/>
              <a:gd name="connsiteY12" fmla="*/ 738084 h 3429000"/>
              <a:gd name="connsiteX13" fmla="*/ 10823537 w 12192314"/>
              <a:gd name="connsiteY13" fmla="*/ 614148 h 3429000"/>
              <a:gd name="connsiteX14" fmla="*/ 10780866 w 12192314"/>
              <a:gd name="connsiteY14" fmla="*/ 614148 h 3429000"/>
              <a:gd name="connsiteX15" fmla="*/ 10761563 w 12192314"/>
              <a:gd name="connsiteY15" fmla="*/ 734021 h 3429000"/>
              <a:gd name="connsiteX16" fmla="*/ 10700606 w 12192314"/>
              <a:gd name="connsiteY16" fmla="*/ 799037 h 3429000"/>
              <a:gd name="connsiteX17" fmla="*/ 10659967 w 12192314"/>
              <a:gd name="connsiteY17" fmla="*/ 734021 h 3429000"/>
              <a:gd name="connsiteX18" fmla="*/ 10679271 w 12192314"/>
              <a:gd name="connsiteY18" fmla="*/ 614148 h 3429000"/>
              <a:gd name="connsiteX19" fmla="*/ 11692188 w 12192314"/>
              <a:gd name="connsiteY19" fmla="*/ 608053 h 3429000"/>
              <a:gd name="connsiteX20" fmla="*/ 11556048 w 12192314"/>
              <a:gd name="connsiteY20" fmla="*/ 722847 h 3429000"/>
              <a:gd name="connsiteX21" fmla="*/ 11655613 w 12192314"/>
              <a:gd name="connsiteY21" fmla="*/ 837640 h 3429000"/>
              <a:gd name="connsiteX22" fmla="*/ 11791752 w 12192314"/>
              <a:gd name="connsiteY22" fmla="*/ 722847 h 3429000"/>
              <a:gd name="connsiteX23" fmla="*/ 11692188 w 12192314"/>
              <a:gd name="connsiteY23" fmla="*/ 608053 h 3429000"/>
              <a:gd name="connsiteX24" fmla="*/ 11251259 w 12192314"/>
              <a:gd name="connsiteY24" fmla="*/ 608052 h 3429000"/>
              <a:gd name="connsiteX25" fmla="*/ 11125279 w 12192314"/>
              <a:gd name="connsiteY25" fmla="*/ 724878 h 3429000"/>
              <a:gd name="connsiteX26" fmla="*/ 11215701 w 12192314"/>
              <a:gd name="connsiteY26" fmla="*/ 838655 h 3429000"/>
              <a:gd name="connsiteX27" fmla="*/ 11327457 w 12192314"/>
              <a:gd name="connsiteY27" fmla="*/ 779734 h 3429000"/>
              <a:gd name="connsiteX28" fmla="*/ 11294946 w 12192314"/>
              <a:gd name="connsiteY28" fmla="*/ 759418 h 3429000"/>
              <a:gd name="connsiteX29" fmla="*/ 11221796 w 12192314"/>
              <a:gd name="connsiteY29" fmla="*/ 801068 h 3429000"/>
              <a:gd name="connsiteX30" fmla="*/ 11166934 w 12192314"/>
              <a:gd name="connsiteY30" fmla="*/ 728941 h 3429000"/>
              <a:gd name="connsiteX31" fmla="*/ 11334569 w 12192314"/>
              <a:gd name="connsiteY31" fmla="*/ 728941 h 3429000"/>
              <a:gd name="connsiteX32" fmla="*/ 11335585 w 12192314"/>
              <a:gd name="connsiteY32" fmla="*/ 722845 h 3429000"/>
              <a:gd name="connsiteX33" fmla="*/ 11251259 w 12192314"/>
              <a:gd name="connsiteY33" fmla="*/ 608052 h 3429000"/>
              <a:gd name="connsiteX34" fmla="*/ 11499154 w 12192314"/>
              <a:gd name="connsiteY34" fmla="*/ 607037 h 3429000"/>
              <a:gd name="connsiteX35" fmla="*/ 11359967 w 12192314"/>
              <a:gd name="connsiteY35" fmla="*/ 723863 h 3429000"/>
              <a:gd name="connsiteX36" fmla="*/ 11459531 w 12192314"/>
              <a:gd name="connsiteY36" fmla="*/ 837640 h 3429000"/>
              <a:gd name="connsiteX37" fmla="*/ 11522522 w 12192314"/>
              <a:gd name="connsiteY37" fmla="*/ 823418 h 3429000"/>
              <a:gd name="connsiteX38" fmla="*/ 11530650 w 12192314"/>
              <a:gd name="connsiteY38" fmla="*/ 770593 h 3429000"/>
              <a:gd name="connsiteX39" fmla="*/ 11465627 w 12192314"/>
              <a:gd name="connsiteY39" fmla="*/ 799037 h 3429000"/>
              <a:gd name="connsiteX40" fmla="*/ 11401622 w 12192314"/>
              <a:gd name="connsiteY40" fmla="*/ 721830 h 3429000"/>
              <a:gd name="connsiteX41" fmla="*/ 11486963 w 12192314"/>
              <a:gd name="connsiteY41" fmla="*/ 645640 h 3429000"/>
              <a:gd name="connsiteX42" fmla="*/ 11545889 w 12192314"/>
              <a:gd name="connsiteY42" fmla="*/ 675101 h 3429000"/>
              <a:gd name="connsiteX43" fmla="*/ 11555033 w 12192314"/>
              <a:gd name="connsiteY43" fmla="*/ 621259 h 3429000"/>
              <a:gd name="connsiteX44" fmla="*/ 11499154 w 12192314"/>
              <a:gd name="connsiteY44" fmla="*/ 607037 h 3429000"/>
              <a:gd name="connsiteX45" fmla="*/ 11112072 w 12192314"/>
              <a:gd name="connsiteY45" fmla="*/ 607037 h 3429000"/>
              <a:gd name="connsiteX46" fmla="*/ 11045019 w 12192314"/>
              <a:gd name="connsiteY46" fmla="*/ 648687 h 3429000"/>
              <a:gd name="connsiteX47" fmla="*/ 11044002 w 12192314"/>
              <a:gd name="connsiteY47" fmla="*/ 648687 h 3429000"/>
              <a:gd name="connsiteX48" fmla="*/ 11049082 w 12192314"/>
              <a:gd name="connsiteY48" fmla="*/ 613133 h 3429000"/>
              <a:gd name="connsiteX49" fmla="*/ 11006412 w 12192314"/>
              <a:gd name="connsiteY49" fmla="*/ 613133 h 3429000"/>
              <a:gd name="connsiteX50" fmla="*/ 10971869 w 12192314"/>
              <a:gd name="connsiteY50" fmla="*/ 829513 h 3429000"/>
              <a:gd name="connsiteX51" fmla="*/ 11014540 w 12192314"/>
              <a:gd name="connsiteY51" fmla="*/ 829513 h 3429000"/>
              <a:gd name="connsiteX52" fmla="*/ 11031811 w 12192314"/>
              <a:gd name="connsiteY52" fmla="*/ 722846 h 3429000"/>
              <a:gd name="connsiteX53" fmla="*/ 11095816 w 12192314"/>
              <a:gd name="connsiteY53" fmla="*/ 645640 h 3429000"/>
              <a:gd name="connsiteX54" fmla="*/ 11120200 w 12192314"/>
              <a:gd name="connsiteY54" fmla="*/ 654783 h 3429000"/>
              <a:gd name="connsiteX55" fmla="*/ 11145599 w 12192314"/>
              <a:gd name="connsiteY55" fmla="*/ 617196 h 3429000"/>
              <a:gd name="connsiteX56" fmla="*/ 11112072 w 12192314"/>
              <a:gd name="connsiteY56" fmla="*/ 607037 h 3429000"/>
              <a:gd name="connsiteX57" fmla="*/ 10520780 w 12192314"/>
              <a:gd name="connsiteY57" fmla="*/ 607037 h 3429000"/>
              <a:gd name="connsiteX58" fmla="*/ 10447631 w 12192314"/>
              <a:gd name="connsiteY58" fmla="*/ 642593 h 3429000"/>
              <a:gd name="connsiteX59" fmla="*/ 10452710 w 12192314"/>
              <a:gd name="connsiteY59" fmla="*/ 614149 h 3429000"/>
              <a:gd name="connsiteX60" fmla="*/ 10410040 w 12192314"/>
              <a:gd name="connsiteY60" fmla="*/ 614149 h 3429000"/>
              <a:gd name="connsiteX61" fmla="*/ 10374481 w 12192314"/>
              <a:gd name="connsiteY61" fmla="*/ 829513 h 3429000"/>
              <a:gd name="connsiteX62" fmla="*/ 10417152 w 12192314"/>
              <a:gd name="connsiteY62" fmla="*/ 829513 h 3429000"/>
              <a:gd name="connsiteX63" fmla="*/ 10433407 w 12192314"/>
              <a:gd name="connsiteY63" fmla="*/ 729958 h 3429000"/>
              <a:gd name="connsiteX64" fmla="*/ 10502493 w 12192314"/>
              <a:gd name="connsiteY64" fmla="*/ 643608 h 3429000"/>
              <a:gd name="connsiteX65" fmla="*/ 10541099 w 12192314"/>
              <a:gd name="connsiteY65" fmla="*/ 705577 h 3429000"/>
              <a:gd name="connsiteX66" fmla="*/ 10520780 w 12192314"/>
              <a:gd name="connsiteY66" fmla="*/ 829513 h 3429000"/>
              <a:gd name="connsiteX67" fmla="*/ 10563450 w 12192314"/>
              <a:gd name="connsiteY67" fmla="*/ 829513 h 3429000"/>
              <a:gd name="connsiteX68" fmla="*/ 10583769 w 12192314"/>
              <a:gd name="connsiteY68" fmla="*/ 700498 h 3429000"/>
              <a:gd name="connsiteX69" fmla="*/ 10520780 w 12192314"/>
              <a:gd name="connsiteY69" fmla="*/ 607037 h 3429000"/>
              <a:gd name="connsiteX70" fmla="*/ 10897703 w 12192314"/>
              <a:gd name="connsiteY70" fmla="*/ 545068 h 3429000"/>
              <a:gd name="connsiteX71" fmla="*/ 10886528 w 12192314"/>
              <a:gd name="connsiteY71" fmla="*/ 614148 h 3429000"/>
              <a:gd name="connsiteX72" fmla="*/ 10864176 w 12192314"/>
              <a:gd name="connsiteY72" fmla="*/ 614148 h 3429000"/>
              <a:gd name="connsiteX73" fmla="*/ 10857065 w 12192314"/>
              <a:gd name="connsiteY73" fmla="*/ 652751 h 3429000"/>
              <a:gd name="connsiteX74" fmla="*/ 10880432 w 12192314"/>
              <a:gd name="connsiteY74" fmla="*/ 652751 h 3429000"/>
              <a:gd name="connsiteX75" fmla="*/ 10851985 w 12192314"/>
              <a:gd name="connsiteY75" fmla="*/ 830528 h 3429000"/>
              <a:gd name="connsiteX76" fmla="*/ 10894656 w 12192314"/>
              <a:gd name="connsiteY76" fmla="*/ 830528 h 3429000"/>
              <a:gd name="connsiteX77" fmla="*/ 10923102 w 12192314"/>
              <a:gd name="connsiteY77" fmla="*/ 652751 h 3429000"/>
              <a:gd name="connsiteX78" fmla="*/ 10970853 w 12192314"/>
              <a:gd name="connsiteY78" fmla="*/ 652751 h 3429000"/>
              <a:gd name="connsiteX79" fmla="*/ 10976949 w 12192314"/>
              <a:gd name="connsiteY79" fmla="*/ 614148 h 3429000"/>
              <a:gd name="connsiteX80" fmla="*/ 10929198 w 12192314"/>
              <a:gd name="connsiteY80" fmla="*/ 614148 h 3429000"/>
              <a:gd name="connsiteX81" fmla="*/ 10940374 w 12192314"/>
              <a:gd name="connsiteY81" fmla="*/ 545068 h 3429000"/>
              <a:gd name="connsiteX82" fmla="*/ 10427312 w 12192314"/>
              <a:gd name="connsiteY82" fmla="*/ 404877 h 3429000"/>
              <a:gd name="connsiteX83" fmla="*/ 10311873 w 12192314"/>
              <a:gd name="connsiteY83" fmla="*/ 452877 h 3429000"/>
              <a:gd name="connsiteX84" fmla="*/ 10293962 w 12192314"/>
              <a:gd name="connsiteY84" fmla="*/ 472829 h 3429000"/>
              <a:gd name="connsiteX85" fmla="*/ 10258948 w 12192314"/>
              <a:gd name="connsiteY85" fmla="*/ 480290 h 3429000"/>
              <a:gd name="connsiteX86" fmla="*/ 10112363 w 12192314"/>
              <a:gd name="connsiteY86" fmla="*/ 659861 h 3429000"/>
              <a:gd name="connsiteX87" fmla="*/ 10097123 w 12192314"/>
              <a:gd name="connsiteY87" fmla="*/ 754338 h 3429000"/>
              <a:gd name="connsiteX88" fmla="*/ 9993495 w 12192314"/>
              <a:gd name="connsiteY88" fmla="*/ 980878 h 3429000"/>
              <a:gd name="connsiteX89" fmla="*/ 10164177 w 12192314"/>
              <a:gd name="connsiteY89" fmla="*/ 772624 h 3429000"/>
              <a:gd name="connsiteX90" fmla="*/ 10180433 w 12192314"/>
              <a:gd name="connsiteY90" fmla="*/ 677132 h 3429000"/>
              <a:gd name="connsiteX91" fmla="*/ 10268821 w 12192314"/>
              <a:gd name="connsiteY91" fmla="*/ 482083 h 3429000"/>
              <a:gd name="connsiteX92" fmla="*/ 10284523 w 12192314"/>
              <a:gd name="connsiteY92" fmla="*/ 483344 h 3429000"/>
              <a:gd name="connsiteX93" fmla="*/ 10258011 w 12192314"/>
              <a:gd name="connsiteY93" fmla="*/ 512877 h 3429000"/>
              <a:gd name="connsiteX94" fmla="*/ 10226151 w 12192314"/>
              <a:gd name="connsiteY94" fmla="*/ 596877 h 3429000"/>
              <a:gd name="connsiteX95" fmla="*/ 10199736 w 12192314"/>
              <a:gd name="connsiteY95" fmla="*/ 754338 h 3429000"/>
              <a:gd name="connsiteX96" fmla="*/ 10072740 w 12192314"/>
              <a:gd name="connsiteY96" fmla="*/ 980878 h 3429000"/>
              <a:gd name="connsiteX97" fmla="*/ 10264757 w 12192314"/>
              <a:gd name="connsiteY97" fmla="*/ 788877 h 3429000"/>
              <a:gd name="connsiteX98" fmla="*/ 10294221 w 12192314"/>
              <a:gd name="connsiteY98" fmla="*/ 614148 h 3429000"/>
              <a:gd name="connsiteX99" fmla="*/ 10313318 w 12192314"/>
              <a:gd name="connsiteY99" fmla="*/ 526385 h 3429000"/>
              <a:gd name="connsiteX100" fmla="*/ 10321336 w 12192314"/>
              <a:gd name="connsiteY100" fmla="*/ 502034 h 3429000"/>
              <a:gd name="connsiteX101" fmla="*/ 10339971 w 12192314"/>
              <a:gd name="connsiteY101" fmla="*/ 525512 h 3429000"/>
              <a:gd name="connsiteX102" fmla="*/ 10362290 w 12192314"/>
              <a:gd name="connsiteY102" fmla="*/ 565385 h 3429000"/>
              <a:gd name="connsiteX103" fmla="*/ 10376514 w 12192314"/>
              <a:gd name="connsiteY103" fmla="*/ 496305 h 3429000"/>
              <a:gd name="connsiteX104" fmla="*/ 10352512 w 12192314"/>
              <a:gd name="connsiteY104" fmla="*/ 478020 h 3429000"/>
              <a:gd name="connsiteX105" fmla="*/ 10333196 w 12192314"/>
              <a:gd name="connsiteY105" fmla="*/ 473605 h 3429000"/>
              <a:gd name="connsiteX106" fmla="*/ 10334224 w 12192314"/>
              <a:gd name="connsiteY106" fmla="*/ 471290 h 3429000"/>
              <a:gd name="connsiteX107" fmla="*/ 10382609 w 12192314"/>
              <a:gd name="connsiteY107" fmla="*/ 419099 h 3429000"/>
              <a:gd name="connsiteX108" fmla="*/ 10476078 w 12192314"/>
              <a:gd name="connsiteY108" fmla="*/ 502401 h 3429000"/>
              <a:gd name="connsiteX109" fmla="*/ 10490302 w 12192314"/>
              <a:gd name="connsiteY109" fmla="*/ 433321 h 3429000"/>
              <a:gd name="connsiteX110" fmla="*/ 10427312 w 12192314"/>
              <a:gd name="connsiteY110" fmla="*/ 404877 h 3429000"/>
              <a:gd name="connsiteX111" fmla="*/ 0 w 12192314"/>
              <a:gd name="connsiteY111" fmla="*/ 0 h 3429000"/>
              <a:gd name="connsiteX112" fmla="*/ 6312214 w 12192314"/>
              <a:gd name="connsiteY112" fmla="*/ 0 h 3429000"/>
              <a:gd name="connsiteX113" fmla="*/ 6672064 w 12192314"/>
              <a:gd name="connsiteY113" fmla="*/ 0 h 3429000"/>
              <a:gd name="connsiteX114" fmla="*/ 12192314 w 12192314"/>
              <a:gd name="connsiteY114" fmla="*/ 0 h 3429000"/>
              <a:gd name="connsiteX115" fmla="*/ 12192314 w 12192314"/>
              <a:gd name="connsiteY115" fmla="*/ 3429000 h 3429000"/>
              <a:gd name="connsiteX116" fmla="*/ 0 w 12192314"/>
              <a:gd name="connsiteY116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12192314" h="3429000">
                <a:moveTo>
                  <a:pt x="11686092" y="647673"/>
                </a:moveTo>
                <a:cubicBezTo>
                  <a:pt x="11727747" y="647673"/>
                  <a:pt x="11756193" y="681196"/>
                  <a:pt x="11749082" y="722847"/>
                </a:cubicBezTo>
                <a:cubicBezTo>
                  <a:pt x="11742986" y="763482"/>
                  <a:pt x="11703363" y="798021"/>
                  <a:pt x="11661708" y="798021"/>
                </a:cubicBezTo>
                <a:cubicBezTo>
                  <a:pt x="11620054" y="798021"/>
                  <a:pt x="11592623" y="763482"/>
                  <a:pt x="11598719" y="722847"/>
                </a:cubicBezTo>
                <a:cubicBezTo>
                  <a:pt x="11605831" y="681196"/>
                  <a:pt x="11644437" y="646656"/>
                  <a:pt x="11686092" y="647673"/>
                </a:cubicBezTo>
                <a:close/>
                <a:moveTo>
                  <a:pt x="11246179" y="643608"/>
                </a:moveTo>
                <a:cubicBezTo>
                  <a:pt x="11279706" y="643608"/>
                  <a:pt x="11297993" y="664941"/>
                  <a:pt x="11297993" y="697448"/>
                </a:cubicBezTo>
                <a:lnTo>
                  <a:pt x="11175062" y="697448"/>
                </a:lnTo>
                <a:cubicBezTo>
                  <a:pt x="11185221" y="666973"/>
                  <a:pt x="11213668" y="643608"/>
                  <a:pt x="11246179" y="643608"/>
                </a:cubicBezTo>
                <a:close/>
                <a:moveTo>
                  <a:pt x="10636600" y="614148"/>
                </a:moveTo>
                <a:lnTo>
                  <a:pt x="10616281" y="738084"/>
                </a:lnTo>
                <a:cubicBezTo>
                  <a:pt x="10607137" y="797005"/>
                  <a:pt x="10628473" y="837640"/>
                  <a:pt x="10693494" y="837640"/>
                </a:cubicBezTo>
                <a:cubicBezTo>
                  <a:pt x="10758516" y="837640"/>
                  <a:pt x="10794075" y="797005"/>
                  <a:pt x="10803218" y="738084"/>
                </a:cubicBezTo>
                <a:lnTo>
                  <a:pt x="10823537" y="614148"/>
                </a:lnTo>
                <a:lnTo>
                  <a:pt x="10780866" y="614148"/>
                </a:lnTo>
                <a:lnTo>
                  <a:pt x="10761563" y="734021"/>
                </a:lnTo>
                <a:cubicBezTo>
                  <a:pt x="10756484" y="768561"/>
                  <a:pt x="10742260" y="799037"/>
                  <a:pt x="10700606" y="799037"/>
                </a:cubicBezTo>
                <a:cubicBezTo>
                  <a:pt x="10657935" y="799037"/>
                  <a:pt x="10653872" y="768561"/>
                  <a:pt x="10659967" y="734021"/>
                </a:cubicBezTo>
                <a:lnTo>
                  <a:pt x="10679271" y="614148"/>
                </a:lnTo>
                <a:close/>
                <a:moveTo>
                  <a:pt x="11692188" y="608053"/>
                </a:moveTo>
                <a:cubicBezTo>
                  <a:pt x="11626150" y="608053"/>
                  <a:pt x="11566208" y="657830"/>
                  <a:pt x="11556048" y="722847"/>
                </a:cubicBezTo>
                <a:cubicBezTo>
                  <a:pt x="11545889" y="787863"/>
                  <a:pt x="11589575" y="837640"/>
                  <a:pt x="11655613" y="837640"/>
                </a:cubicBezTo>
                <a:cubicBezTo>
                  <a:pt x="11721650" y="837640"/>
                  <a:pt x="11781592" y="787863"/>
                  <a:pt x="11791752" y="722847"/>
                </a:cubicBezTo>
                <a:cubicBezTo>
                  <a:pt x="11802928" y="657830"/>
                  <a:pt x="11759242" y="607037"/>
                  <a:pt x="11692188" y="608053"/>
                </a:cubicBezTo>
                <a:close/>
                <a:moveTo>
                  <a:pt x="11251259" y="608052"/>
                </a:moveTo>
                <a:cubicBezTo>
                  <a:pt x="11180142" y="608052"/>
                  <a:pt x="11136454" y="658845"/>
                  <a:pt x="11125279" y="724878"/>
                </a:cubicBezTo>
                <a:cubicBezTo>
                  <a:pt x="11115120" y="788878"/>
                  <a:pt x="11148647" y="838655"/>
                  <a:pt x="11215701" y="838655"/>
                </a:cubicBezTo>
                <a:cubicBezTo>
                  <a:pt x="11258371" y="838655"/>
                  <a:pt x="11301042" y="817322"/>
                  <a:pt x="11327457" y="779734"/>
                </a:cubicBezTo>
                <a:lnTo>
                  <a:pt x="11294946" y="759418"/>
                </a:lnTo>
                <a:cubicBezTo>
                  <a:pt x="11274627" y="784814"/>
                  <a:pt x="11254307" y="801068"/>
                  <a:pt x="11221796" y="801068"/>
                </a:cubicBezTo>
                <a:cubicBezTo>
                  <a:pt x="11181158" y="801068"/>
                  <a:pt x="11161854" y="765512"/>
                  <a:pt x="11166934" y="728941"/>
                </a:cubicBezTo>
                <a:lnTo>
                  <a:pt x="11334569" y="728941"/>
                </a:lnTo>
                <a:lnTo>
                  <a:pt x="11335585" y="722845"/>
                </a:lnTo>
                <a:cubicBezTo>
                  <a:pt x="11345744" y="658845"/>
                  <a:pt x="11321361" y="608052"/>
                  <a:pt x="11251259" y="608052"/>
                </a:cubicBezTo>
                <a:close/>
                <a:moveTo>
                  <a:pt x="11499154" y="607037"/>
                </a:moveTo>
                <a:cubicBezTo>
                  <a:pt x="11431085" y="607037"/>
                  <a:pt x="11371142" y="656815"/>
                  <a:pt x="11359967" y="723863"/>
                </a:cubicBezTo>
                <a:cubicBezTo>
                  <a:pt x="11348791" y="788878"/>
                  <a:pt x="11394510" y="837640"/>
                  <a:pt x="11459531" y="837640"/>
                </a:cubicBezTo>
                <a:cubicBezTo>
                  <a:pt x="11481883" y="837640"/>
                  <a:pt x="11501186" y="833577"/>
                  <a:pt x="11522522" y="823418"/>
                </a:cubicBezTo>
                <a:lnTo>
                  <a:pt x="11530650" y="770593"/>
                </a:lnTo>
                <a:cubicBezTo>
                  <a:pt x="11511346" y="787863"/>
                  <a:pt x="11490011" y="799037"/>
                  <a:pt x="11465627" y="799037"/>
                </a:cubicBezTo>
                <a:cubicBezTo>
                  <a:pt x="11420925" y="799037"/>
                  <a:pt x="11394510" y="766529"/>
                  <a:pt x="11401622" y="721830"/>
                </a:cubicBezTo>
                <a:cubicBezTo>
                  <a:pt x="11407717" y="681196"/>
                  <a:pt x="11445308" y="645640"/>
                  <a:pt x="11486963" y="645640"/>
                </a:cubicBezTo>
                <a:cubicBezTo>
                  <a:pt x="11513378" y="645640"/>
                  <a:pt x="11531666" y="655799"/>
                  <a:pt x="11545889" y="675101"/>
                </a:cubicBezTo>
                <a:lnTo>
                  <a:pt x="11555033" y="621259"/>
                </a:lnTo>
                <a:cubicBezTo>
                  <a:pt x="11539793" y="612116"/>
                  <a:pt x="11518457" y="607037"/>
                  <a:pt x="11499154" y="607037"/>
                </a:cubicBezTo>
                <a:close/>
                <a:moveTo>
                  <a:pt x="11112072" y="607037"/>
                </a:moveTo>
                <a:cubicBezTo>
                  <a:pt x="11083625" y="607037"/>
                  <a:pt x="11059242" y="623291"/>
                  <a:pt x="11045019" y="648687"/>
                </a:cubicBezTo>
                <a:lnTo>
                  <a:pt x="11044002" y="648687"/>
                </a:lnTo>
                <a:lnTo>
                  <a:pt x="11049082" y="613133"/>
                </a:lnTo>
                <a:lnTo>
                  <a:pt x="11006412" y="613133"/>
                </a:lnTo>
                <a:lnTo>
                  <a:pt x="10971869" y="829513"/>
                </a:lnTo>
                <a:lnTo>
                  <a:pt x="11014540" y="829513"/>
                </a:lnTo>
                <a:lnTo>
                  <a:pt x="11031811" y="722846"/>
                </a:lnTo>
                <a:cubicBezTo>
                  <a:pt x="11037907" y="687291"/>
                  <a:pt x="11050098" y="645640"/>
                  <a:pt x="11095816" y="645640"/>
                </a:cubicBezTo>
                <a:cubicBezTo>
                  <a:pt x="11105977" y="645640"/>
                  <a:pt x="11114105" y="648687"/>
                  <a:pt x="11120200" y="654783"/>
                </a:cubicBezTo>
                <a:lnTo>
                  <a:pt x="11145599" y="617196"/>
                </a:lnTo>
                <a:cubicBezTo>
                  <a:pt x="11135440" y="611100"/>
                  <a:pt x="11124264" y="607037"/>
                  <a:pt x="11112072" y="607037"/>
                </a:cubicBezTo>
                <a:close/>
                <a:moveTo>
                  <a:pt x="10520780" y="607037"/>
                </a:moveTo>
                <a:cubicBezTo>
                  <a:pt x="10494365" y="607037"/>
                  <a:pt x="10465918" y="619227"/>
                  <a:pt x="10447631" y="642593"/>
                </a:cubicBezTo>
                <a:lnTo>
                  <a:pt x="10452710" y="614149"/>
                </a:lnTo>
                <a:lnTo>
                  <a:pt x="10410040" y="614149"/>
                </a:lnTo>
                <a:lnTo>
                  <a:pt x="10374481" y="829513"/>
                </a:lnTo>
                <a:lnTo>
                  <a:pt x="10417152" y="829513"/>
                </a:lnTo>
                <a:lnTo>
                  <a:pt x="10433407" y="729958"/>
                </a:lnTo>
                <a:cubicBezTo>
                  <a:pt x="10440519" y="690339"/>
                  <a:pt x="10447631" y="643608"/>
                  <a:pt x="10502493" y="643608"/>
                </a:cubicBezTo>
                <a:cubicBezTo>
                  <a:pt x="10546179" y="643608"/>
                  <a:pt x="10547195" y="669005"/>
                  <a:pt x="10541099" y="705577"/>
                </a:cubicBezTo>
                <a:lnTo>
                  <a:pt x="10520780" y="829513"/>
                </a:lnTo>
                <a:lnTo>
                  <a:pt x="10563450" y="829513"/>
                </a:lnTo>
                <a:lnTo>
                  <a:pt x="10583769" y="700498"/>
                </a:lnTo>
                <a:cubicBezTo>
                  <a:pt x="10591897" y="647672"/>
                  <a:pt x="10582753" y="607037"/>
                  <a:pt x="10520780" y="607037"/>
                </a:cubicBezTo>
                <a:close/>
                <a:moveTo>
                  <a:pt x="10897703" y="545068"/>
                </a:moveTo>
                <a:lnTo>
                  <a:pt x="10886528" y="614148"/>
                </a:lnTo>
                <a:lnTo>
                  <a:pt x="10864176" y="614148"/>
                </a:lnTo>
                <a:lnTo>
                  <a:pt x="10857065" y="652751"/>
                </a:lnTo>
                <a:lnTo>
                  <a:pt x="10880432" y="652751"/>
                </a:lnTo>
                <a:lnTo>
                  <a:pt x="10851985" y="830528"/>
                </a:lnTo>
                <a:lnTo>
                  <a:pt x="10894656" y="830528"/>
                </a:lnTo>
                <a:lnTo>
                  <a:pt x="10923102" y="652751"/>
                </a:lnTo>
                <a:lnTo>
                  <a:pt x="10970853" y="652751"/>
                </a:lnTo>
                <a:lnTo>
                  <a:pt x="10976949" y="614148"/>
                </a:lnTo>
                <a:lnTo>
                  <a:pt x="10929198" y="614148"/>
                </a:lnTo>
                <a:lnTo>
                  <a:pt x="10940374" y="545068"/>
                </a:lnTo>
                <a:close/>
                <a:moveTo>
                  <a:pt x="10427312" y="404877"/>
                </a:moveTo>
                <a:cubicBezTo>
                  <a:pt x="10396833" y="404877"/>
                  <a:pt x="10351877" y="420877"/>
                  <a:pt x="10311873" y="452877"/>
                </a:cubicBezTo>
                <a:lnTo>
                  <a:pt x="10293962" y="472829"/>
                </a:lnTo>
                <a:lnTo>
                  <a:pt x="10258948" y="480290"/>
                </a:lnTo>
                <a:cubicBezTo>
                  <a:pt x="10199228" y="503861"/>
                  <a:pt x="10128364" y="563861"/>
                  <a:pt x="10112363" y="659861"/>
                </a:cubicBezTo>
                <a:lnTo>
                  <a:pt x="10097123" y="754338"/>
                </a:lnTo>
                <a:cubicBezTo>
                  <a:pt x="10071724" y="907735"/>
                  <a:pt x="10058517" y="943291"/>
                  <a:pt x="9993495" y="980878"/>
                </a:cubicBezTo>
                <a:cubicBezTo>
                  <a:pt x="10040229" y="972751"/>
                  <a:pt x="10138778" y="928053"/>
                  <a:pt x="10164177" y="772624"/>
                </a:cubicBezTo>
                <a:lnTo>
                  <a:pt x="10180433" y="677132"/>
                </a:lnTo>
                <a:cubicBezTo>
                  <a:pt x="10204816" y="533892"/>
                  <a:pt x="10233263" y="504433"/>
                  <a:pt x="10268821" y="482083"/>
                </a:cubicBezTo>
                <a:lnTo>
                  <a:pt x="10284523" y="483344"/>
                </a:lnTo>
                <a:lnTo>
                  <a:pt x="10258011" y="512877"/>
                </a:lnTo>
                <a:cubicBezTo>
                  <a:pt x="10242914" y="536877"/>
                  <a:pt x="10231485" y="564877"/>
                  <a:pt x="10226151" y="596877"/>
                </a:cubicBezTo>
                <a:lnTo>
                  <a:pt x="10199736" y="754338"/>
                </a:lnTo>
                <a:cubicBezTo>
                  <a:pt x="10179416" y="876242"/>
                  <a:pt x="10137762" y="943290"/>
                  <a:pt x="10072740" y="980878"/>
                </a:cubicBezTo>
                <a:cubicBezTo>
                  <a:pt x="10113379" y="977830"/>
                  <a:pt x="10241391" y="929068"/>
                  <a:pt x="10264757" y="788877"/>
                </a:cubicBezTo>
                <a:lnTo>
                  <a:pt x="10294221" y="614148"/>
                </a:lnTo>
                <a:cubicBezTo>
                  <a:pt x="10300317" y="578338"/>
                  <a:pt x="10306667" y="549639"/>
                  <a:pt x="10313318" y="526385"/>
                </a:cubicBezTo>
                <a:lnTo>
                  <a:pt x="10321336" y="502034"/>
                </a:lnTo>
                <a:lnTo>
                  <a:pt x="10339971" y="525512"/>
                </a:lnTo>
                <a:cubicBezTo>
                  <a:pt x="10347114" y="536623"/>
                  <a:pt x="10354416" y="549893"/>
                  <a:pt x="10362290" y="565385"/>
                </a:cubicBezTo>
                <a:lnTo>
                  <a:pt x="10376514" y="496305"/>
                </a:lnTo>
                <a:cubicBezTo>
                  <a:pt x="10370926" y="490210"/>
                  <a:pt x="10363052" y="483353"/>
                  <a:pt x="10352512" y="478020"/>
                </a:cubicBezTo>
                <a:lnTo>
                  <a:pt x="10333196" y="473605"/>
                </a:lnTo>
                <a:lnTo>
                  <a:pt x="10334224" y="471290"/>
                </a:lnTo>
                <a:cubicBezTo>
                  <a:pt x="10348829" y="443226"/>
                  <a:pt x="10364830" y="430274"/>
                  <a:pt x="10382609" y="419099"/>
                </a:cubicBezTo>
                <a:cubicBezTo>
                  <a:pt x="10422232" y="414020"/>
                  <a:pt x="10444583" y="440433"/>
                  <a:pt x="10476078" y="502401"/>
                </a:cubicBezTo>
                <a:lnTo>
                  <a:pt x="10490302" y="433321"/>
                </a:lnTo>
                <a:cubicBezTo>
                  <a:pt x="10480143" y="420115"/>
                  <a:pt x="10458807" y="404877"/>
                  <a:pt x="10427312" y="404877"/>
                </a:cubicBezTo>
                <a:close/>
                <a:moveTo>
                  <a:pt x="0" y="0"/>
                </a:moveTo>
                <a:lnTo>
                  <a:pt x="6312214" y="0"/>
                </a:lnTo>
                <a:lnTo>
                  <a:pt x="6672064" y="0"/>
                </a:lnTo>
                <a:lnTo>
                  <a:pt x="12192314" y="0"/>
                </a:lnTo>
                <a:lnTo>
                  <a:pt x="12192314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bIns="540000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D8445225-67E8-314C-A045-CDA2DDC241E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20"/>
          </p:nvPr>
        </p:nvSpPr>
        <p:spPr>
          <a:xfrm>
            <a:off x="2574486" y="1808999"/>
            <a:ext cx="1634133" cy="1904401"/>
          </a:xfrm>
          <a:prstGeom prst="roundRect">
            <a:avLst>
              <a:gd name="adj" fmla="val 8935"/>
            </a:avLst>
          </a:prstGeo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7">
            <a:extLst>
              <a:ext uri="{FF2B5EF4-FFF2-40B4-BE49-F238E27FC236}">
                <a16:creationId xmlns:a16="http://schemas.microsoft.com/office/drawing/2014/main" id="{0E799220-F9D3-484B-A2D8-994E5A3F896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369511" y="1808999"/>
            <a:ext cx="1634133" cy="1904401"/>
          </a:xfrm>
          <a:prstGeom prst="roundRect">
            <a:avLst>
              <a:gd name="adj" fmla="val 8935"/>
            </a:avLst>
          </a:prstGeo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7">
            <a:extLst>
              <a:ext uri="{FF2B5EF4-FFF2-40B4-BE49-F238E27FC236}">
                <a16:creationId xmlns:a16="http://schemas.microsoft.com/office/drawing/2014/main" id="{C2626B4A-E792-0A4E-B4D4-BC4BD98F2ED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164536" y="1808999"/>
            <a:ext cx="1634133" cy="1904401"/>
          </a:xfrm>
          <a:prstGeom prst="roundRect">
            <a:avLst>
              <a:gd name="adj" fmla="val 8935"/>
            </a:avLst>
          </a:prstGeo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7">
            <a:extLst>
              <a:ext uri="{FF2B5EF4-FFF2-40B4-BE49-F238E27FC236}">
                <a16:creationId xmlns:a16="http://schemas.microsoft.com/office/drawing/2014/main" id="{0FCF6CB7-41C4-9F49-89B9-7931AEEE8C9F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959561" y="1808999"/>
            <a:ext cx="1634133" cy="1904401"/>
          </a:xfrm>
          <a:prstGeom prst="roundRect">
            <a:avLst>
              <a:gd name="adj" fmla="val 8935"/>
            </a:avLst>
          </a:prstGeo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4"/>
          </p:nvPr>
        </p:nvSpPr>
        <p:spPr>
          <a:xfrm>
            <a:off x="2574486" y="3429000"/>
            <a:ext cx="1634132" cy="1620933"/>
          </a:xfrm>
          <a:prstGeom prst="roundRect">
            <a:avLst>
              <a:gd name="adj" fmla="val 10485"/>
            </a:avLst>
          </a:prstGeom>
          <a:solidFill>
            <a:schemeClr val="accent1"/>
          </a:solidFill>
        </p:spPr>
        <p:txBody>
          <a:bodyPr lIns="144000" tIns="108000" rIns="144000" bIns="1440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DF491F23-6FE4-7747-AD07-B0E2A8AE01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69511" y="3429000"/>
            <a:ext cx="1634132" cy="1620933"/>
          </a:xfrm>
          <a:prstGeom prst="roundRect">
            <a:avLst>
              <a:gd name="adj" fmla="val 10485"/>
            </a:avLst>
          </a:prstGeom>
          <a:solidFill>
            <a:schemeClr val="accent1"/>
          </a:solidFill>
        </p:spPr>
        <p:txBody>
          <a:bodyPr lIns="144000" tIns="108000" rIns="144000" bIns="1440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22B95DF2-3DB5-A94C-BE0A-0D784CD723A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4536" y="3429000"/>
            <a:ext cx="1634132" cy="1620933"/>
          </a:xfrm>
          <a:prstGeom prst="roundRect">
            <a:avLst>
              <a:gd name="adj" fmla="val 10485"/>
            </a:avLst>
          </a:prstGeom>
          <a:solidFill>
            <a:schemeClr val="accent1"/>
          </a:solidFill>
        </p:spPr>
        <p:txBody>
          <a:bodyPr lIns="144000" tIns="108000" rIns="144000" bIns="1440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9567D680-F1E0-844D-85B3-C1F728B7B7D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959562" y="3429000"/>
            <a:ext cx="1634132" cy="1620933"/>
          </a:xfrm>
          <a:prstGeom prst="roundRect">
            <a:avLst>
              <a:gd name="adj" fmla="val 10485"/>
            </a:avLst>
          </a:prstGeom>
          <a:solidFill>
            <a:schemeClr val="accent1"/>
          </a:solidFill>
        </p:spPr>
        <p:txBody>
          <a:bodyPr lIns="144000" tIns="108000" rIns="144000" bIns="1440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380400" indent="0">
              <a:lnSpc>
                <a:spcPct val="110000"/>
              </a:lnSpc>
              <a:spcBef>
                <a:spcPts val="0"/>
              </a:spcBef>
              <a:buNone/>
              <a:defRPr/>
            </a:lvl2pPr>
            <a:lvl3pPr marL="763200" indent="0">
              <a:lnSpc>
                <a:spcPct val="110000"/>
              </a:lnSpc>
              <a:spcBef>
                <a:spcPts val="0"/>
              </a:spcBef>
              <a:buNone/>
              <a:defRPr/>
            </a:lvl3pPr>
            <a:lvl4pPr marL="1105200" indent="0">
              <a:lnSpc>
                <a:spcPct val="110000"/>
              </a:lnSpc>
              <a:spcBef>
                <a:spcPts val="0"/>
              </a:spcBef>
              <a:buNone/>
              <a:defRPr/>
            </a:lvl4pPr>
            <a:lvl5pPr marL="1447200" indent="0">
              <a:lnSpc>
                <a:spcPct val="110000"/>
              </a:lnSpc>
              <a:spcBef>
                <a:spcPts val="0"/>
              </a:spcBef>
              <a:buFont typeface="Arial" charset="0"/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35" name="Titel 1">
            <a:extLst>
              <a:ext uri="{FF2B5EF4-FFF2-40B4-BE49-F238E27FC236}">
                <a16:creationId xmlns:a16="http://schemas.microsoft.com/office/drawing/2014/main" id="{91CFA21A-8A4C-C14B-B955-1C0F783F06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728838"/>
          </a:xfrm>
        </p:spPr>
        <p:txBody>
          <a:bodyPr wrap="square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</p:spTree>
    <p:extLst>
      <p:ext uri="{BB962C8B-B14F-4D97-AF65-F5344CB8AC3E}">
        <p14:creationId xmlns:p14="http://schemas.microsoft.com/office/powerpoint/2010/main" val="169432881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6C09293-EE06-2D44-A7D0-4351AD618966}"/>
              </a:ext>
            </a:extLst>
          </p:cNvPr>
          <p:cNvSpPr/>
          <p:nvPr userDrawn="1"/>
        </p:nvSpPr>
        <p:spPr>
          <a:xfrm>
            <a:off x="8796213" y="309511"/>
            <a:ext cx="3227834" cy="944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6A25699-FB4C-1746-8982-CCFAA658D10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0"/>
            <a:ext cx="12192314" cy="6858000"/>
          </a:xfrm>
          <a:custGeom>
            <a:avLst/>
            <a:gdLst>
              <a:gd name="connsiteX0" fmla="*/ 11686092 w 12192314"/>
              <a:gd name="connsiteY0" fmla="*/ 647673 h 6858000"/>
              <a:gd name="connsiteX1" fmla="*/ 11749082 w 12192314"/>
              <a:gd name="connsiteY1" fmla="*/ 722847 h 6858000"/>
              <a:gd name="connsiteX2" fmla="*/ 11661708 w 12192314"/>
              <a:gd name="connsiteY2" fmla="*/ 798021 h 6858000"/>
              <a:gd name="connsiteX3" fmla="*/ 11598719 w 12192314"/>
              <a:gd name="connsiteY3" fmla="*/ 722847 h 6858000"/>
              <a:gd name="connsiteX4" fmla="*/ 11686092 w 12192314"/>
              <a:gd name="connsiteY4" fmla="*/ 647673 h 6858000"/>
              <a:gd name="connsiteX5" fmla="*/ 11246179 w 12192314"/>
              <a:gd name="connsiteY5" fmla="*/ 643608 h 6858000"/>
              <a:gd name="connsiteX6" fmla="*/ 11297993 w 12192314"/>
              <a:gd name="connsiteY6" fmla="*/ 697448 h 6858000"/>
              <a:gd name="connsiteX7" fmla="*/ 11175062 w 12192314"/>
              <a:gd name="connsiteY7" fmla="*/ 697448 h 6858000"/>
              <a:gd name="connsiteX8" fmla="*/ 11246179 w 12192314"/>
              <a:gd name="connsiteY8" fmla="*/ 643608 h 6858000"/>
              <a:gd name="connsiteX9" fmla="*/ 10636600 w 12192314"/>
              <a:gd name="connsiteY9" fmla="*/ 614148 h 6858000"/>
              <a:gd name="connsiteX10" fmla="*/ 10616281 w 12192314"/>
              <a:gd name="connsiteY10" fmla="*/ 738084 h 6858000"/>
              <a:gd name="connsiteX11" fmla="*/ 10693494 w 12192314"/>
              <a:gd name="connsiteY11" fmla="*/ 837640 h 6858000"/>
              <a:gd name="connsiteX12" fmla="*/ 10803218 w 12192314"/>
              <a:gd name="connsiteY12" fmla="*/ 738084 h 6858000"/>
              <a:gd name="connsiteX13" fmla="*/ 10823537 w 12192314"/>
              <a:gd name="connsiteY13" fmla="*/ 614148 h 6858000"/>
              <a:gd name="connsiteX14" fmla="*/ 10780866 w 12192314"/>
              <a:gd name="connsiteY14" fmla="*/ 614148 h 6858000"/>
              <a:gd name="connsiteX15" fmla="*/ 10761563 w 12192314"/>
              <a:gd name="connsiteY15" fmla="*/ 734021 h 6858000"/>
              <a:gd name="connsiteX16" fmla="*/ 10700606 w 12192314"/>
              <a:gd name="connsiteY16" fmla="*/ 799037 h 6858000"/>
              <a:gd name="connsiteX17" fmla="*/ 10659967 w 12192314"/>
              <a:gd name="connsiteY17" fmla="*/ 734021 h 6858000"/>
              <a:gd name="connsiteX18" fmla="*/ 10679271 w 12192314"/>
              <a:gd name="connsiteY18" fmla="*/ 614148 h 6858000"/>
              <a:gd name="connsiteX19" fmla="*/ 11692188 w 12192314"/>
              <a:gd name="connsiteY19" fmla="*/ 608053 h 6858000"/>
              <a:gd name="connsiteX20" fmla="*/ 11556048 w 12192314"/>
              <a:gd name="connsiteY20" fmla="*/ 722847 h 6858000"/>
              <a:gd name="connsiteX21" fmla="*/ 11655613 w 12192314"/>
              <a:gd name="connsiteY21" fmla="*/ 837640 h 6858000"/>
              <a:gd name="connsiteX22" fmla="*/ 11791752 w 12192314"/>
              <a:gd name="connsiteY22" fmla="*/ 722847 h 6858000"/>
              <a:gd name="connsiteX23" fmla="*/ 11692188 w 12192314"/>
              <a:gd name="connsiteY23" fmla="*/ 608053 h 6858000"/>
              <a:gd name="connsiteX24" fmla="*/ 11251259 w 12192314"/>
              <a:gd name="connsiteY24" fmla="*/ 608052 h 6858000"/>
              <a:gd name="connsiteX25" fmla="*/ 11125279 w 12192314"/>
              <a:gd name="connsiteY25" fmla="*/ 724878 h 6858000"/>
              <a:gd name="connsiteX26" fmla="*/ 11215701 w 12192314"/>
              <a:gd name="connsiteY26" fmla="*/ 838655 h 6858000"/>
              <a:gd name="connsiteX27" fmla="*/ 11327457 w 12192314"/>
              <a:gd name="connsiteY27" fmla="*/ 779734 h 6858000"/>
              <a:gd name="connsiteX28" fmla="*/ 11294946 w 12192314"/>
              <a:gd name="connsiteY28" fmla="*/ 759418 h 6858000"/>
              <a:gd name="connsiteX29" fmla="*/ 11221796 w 12192314"/>
              <a:gd name="connsiteY29" fmla="*/ 801068 h 6858000"/>
              <a:gd name="connsiteX30" fmla="*/ 11166934 w 12192314"/>
              <a:gd name="connsiteY30" fmla="*/ 728941 h 6858000"/>
              <a:gd name="connsiteX31" fmla="*/ 11334569 w 12192314"/>
              <a:gd name="connsiteY31" fmla="*/ 728941 h 6858000"/>
              <a:gd name="connsiteX32" fmla="*/ 11335585 w 12192314"/>
              <a:gd name="connsiteY32" fmla="*/ 722845 h 6858000"/>
              <a:gd name="connsiteX33" fmla="*/ 11251259 w 12192314"/>
              <a:gd name="connsiteY33" fmla="*/ 608052 h 6858000"/>
              <a:gd name="connsiteX34" fmla="*/ 11499154 w 12192314"/>
              <a:gd name="connsiteY34" fmla="*/ 607037 h 6858000"/>
              <a:gd name="connsiteX35" fmla="*/ 11359967 w 12192314"/>
              <a:gd name="connsiteY35" fmla="*/ 723863 h 6858000"/>
              <a:gd name="connsiteX36" fmla="*/ 11459531 w 12192314"/>
              <a:gd name="connsiteY36" fmla="*/ 837640 h 6858000"/>
              <a:gd name="connsiteX37" fmla="*/ 11522522 w 12192314"/>
              <a:gd name="connsiteY37" fmla="*/ 823418 h 6858000"/>
              <a:gd name="connsiteX38" fmla="*/ 11530650 w 12192314"/>
              <a:gd name="connsiteY38" fmla="*/ 770593 h 6858000"/>
              <a:gd name="connsiteX39" fmla="*/ 11465627 w 12192314"/>
              <a:gd name="connsiteY39" fmla="*/ 799037 h 6858000"/>
              <a:gd name="connsiteX40" fmla="*/ 11401622 w 12192314"/>
              <a:gd name="connsiteY40" fmla="*/ 721830 h 6858000"/>
              <a:gd name="connsiteX41" fmla="*/ 11486963 w 12192314"/>
              <a:gd name="connsiteY41" fmla="*/ 645640 h 6858000"/>
              <a:gd name="connsiteX42" fmla="*/ 11545889 w 12192314"/>
              <a:gd name="connsiteY42" fmla="*/ 675101 h 6858000"/>
              <a:gd name="connsiteX43" fmla="*/ 11555033 w 12192314"/>
              <a:gd name="connsiteY43" fmla="*/ 621259 h 6858000"/>
              <a:gd name="connsiteX44" fmla="*/ 11499154 w 12192314"/>
              <a:gd name="connsiteY44" fmla="*/ 607037 h 6858000"/>
              <a:gd name="connsiteX45" fmla="*/ 11112072 w 12192314"/>
              <a:gd name="connsiteY45" fmla="*/ 607037 h 6858000"/>
              <a:gd name="connsiteX46" fmla="*/ 11045019 w 12192314"/>
              <a:gd name="connsiteY46" fmla="*/ 648687 h 6858000"/>
              <a:gd name="connsiteX47" fmla="*/ 11044002 w 12192314"/>
              <a:gd name="connsiteY47" fmla="*/ 648687 h 6858000"/>
              <a:gd name="connsiteX48" fmla="*/ 11049082 w 12192314"/>
              <a:gd name="connsiteY48" fmla="*/ 613133 h 6858000"/>
              <a:gd name="connsiteX49" fmla="*/ 11006412 w 12192314"/>
              <a:gd name="connsiteY49" fmla="*/ 613133 h 6858000"/>
              <a:gd name="connsiteX50" fmla="*/ 10971869 w 12192314"/>
              <a:gd name="connsiteY50" fmla="*/ 829513 h 6858000"/>
              <a:gd name="connsiteX51" fmla="*/ 11014540 w 12192314"/>
              <a:gd name="connsiteY51" fmla="*/ 829513 h 6858000"/>
              <a:gd name="connsiteX52" fmla="*/ 11031811 w 12192314"/>
              <a:gd name="connsiteY52" fmla="*/ 722846 h 6858000"/>
              <a:gd name="connsiteX53" fmla="*/ 11095816 w 12192314"/>
              <a:gd name="connsiteY53" fmla="*/ 645640 h 6858000"/>
              <a:gd name="connsiteX54" fmla="*/ 11120200 w 12192314"/>
              <a:gd name="connsiteY54" fmla="*/ 654783 h 6858000"/>
              <a:gd name="connsiteX55" fmla="*/ 11145599 w 12192314"/>
              <a:gd name="connsiteY55" fmla="*/ 617196 h 6858000"/>
              <a:gd name="connsiteX56" fmla="*/ 11112072 w 12192314"/>
              <a:gd name="connsiteY56" fmla="*/ 607037 h 6858000"/>
              <a:gd name="connsiteX57" fmla="*/ 10520780 w 12192314"/>
              <a:gd name="connsiteY57" fmla="*/ 607037 h 6858000"/>
              <a:gd name="connsiteX58" fmla="*/ 10447631 w 12192314"/>
              <a:gd name="connsiteY58" fmla="*/ 642593 h 6858000"/>
              <a:gd name="connsiteX59" fmla="*/ 10452710 w 12192314"/>
              <a:gd name="connsiteY59" fmla="*/ 614149 h 6858000"/>
              <a:gd name="connsiteX60" fmla="*/ 10410040 w 12192314"/>
              <a:gd name="connsiteY60" fmla="*/ 614149 h 6858000"/>
              <a:gd name="connsiteX61" fmla="*/ 10374481 w 12192314"/>
              <a:gd name="connsiteY61" fmla="*/ 829513 h 6858000"/>
              <a:gd name="connsiteX62" fmla="*/ 10417152 w 12192314"/>
              <a:gd name="connsiteY62" fmla="*/ 829513 h 6858000"/>
              <a:gd name="connsiteX63" fmla="*/ 10433407 w 12192314"/>
              <a:gd name="connsiteY63" fmla="*/ 729958 h 6858000"/>
              <a:gd name="connsiteX64" fmla="*/ 10502493 w 12192314"/>
              <a:gd name="connsiteY64" fmla="*/ 643608 h 6858000"/>
              <a:gd name="connsiteX65" fmla="*/ 10541099 w 12192314"/>
              <a:gd name="connsiteY65" fmla="*/ 705577 h 6858000"/>
              <a:gd name="connsiteX66" fmla="*/ 10520780 w 12192314"/>
              <a:gd name="connsiteY66" fmla="*/ 829513 h 6858000"/>
              <a:gd name="connsiteX67" fmla="*/ 10563450 w 12192314"/>
              <a:gd name="connsiteY67" fmla="*/ 829513 h 6858000"/>
              <a:gd name="connsiteX68" fmla="*/ 10583769 w 12192314"/>
              <a:gd name="connsiteY68" fmla="*/ 700498 h 6858000"/>
              <a:gd name="connsiteX69" fmla="*/ 10520780 w 12192314"/>
              <a:gd name="connsiteY69" fmla="*/ 607037 h 6858000"/>
              <a:gd name="connsiteX70" fmla="*/ 10897703 w 12192314"/>
              <a:gd name="connsiteY70" fmla="*/ 545068 h 6858000"/>
              <a:gd name="connsiteX71" fmla="*/ 10886528 w 12192314"/>
              <a:gd name="connsiteY71" fmla="*/ 614148 h 6858000"/>
              <a:gd name="connsiteX72" fmla="*/ 10864176 w 12192314"/>
              <a:gd name="connsiteY72" fmla="*/ 614148 h 6858000"/>
              <a:gd name="connsiteX73" fmla="*/ 10857065 w 12192314"/>
              <a:gd name="connsiteY73" fmla="*/ 652751 h 6858000"/>
              <a:gd name="connsiteX74" fmla="*/ 10880432 w 12192314"/>
              <a:gd name="connsiteY74" fmla="*/ 652751 h 6858000"/>
              <a:gd name="connsiteX75" fmla="*/ 10851985 w 12192314"/>
              <a:gd name="connsiteY75" fmla="*/ 830528 h 6858000"/>
              <a:gd name="connsiteX76" fmla="*/ 10894656 w 12192314"/>
              <a:gd name="connsiteY76" fmla="*/ 830528 h 6858000"/>
              <a:gd name="connsiteX77" fmla="*/ 10923102 w 12192314"/>
              <a:gd name="connsiteY77" fmla="*/ 652751 h 6858000"/>
              <a:gd name="connsiteX78" fmla="*/ 10970853 w 12192314"/>
              <a:gd name="connsiteY78" fmla="*/ 652751 h 6858000"/>
              <a:gd name="connsiteX79" fmla="*/ 10976949 w 12192314"/>
              <a:gd name="connsiteY79" fmla="*/ 614148 h 6858000"/>
              <a:gd name="connsiteX80" fmla="*/ 10929198 w 12192314"/>
              <a:gd name="connsiteY80" fmla="*/ 614148 h 6858000"/>
              <a:gd name="connsiteX81" fmla="*/ 10940374 w 12192314"/>
              <a:gd name="connsiteY81" fmla="*/ 545068 h 6858000"/>
              <a:gd name="connsiteX82" fmla="*/ 10427312 w 12192314"/>
              <a:gd name="connsiteY82" fmla="*/ 404877 h 6858000"/>
              <a:gd name="connsiteX83" fmla="*/ 10311873 w 12192314"/>
              <a:gd name="connsiteY83" fmla="*/ 452877 h 6858000"/>
              <a:gd name="connsiteX84" fmla="*/ 10293962 w 12192314"/>
              <a:gd name="connsiteY84" fmla="*/ 472829 h 6858000"/>
              <a:gd name="connsiteX85" fmla="*/ 10258948 w 12192314"/>
              <a:gd name="connsiteY85" fmla="*/ 480290 h 6858000"/>
              <a:gd name="connsiteX86" fmla="*/ 10112363 w 12192314"/>
              <a:gd name="connsiteY86" fmla="*/ 659861 h 6858000"/>
              <a:gd name="connsiteX87" fmla="*/ 10097123 w 12192314"/>
              <a:gd name="connsiteY87" fmla="*/ 754338 h 6858000"/>
              <a:gd name="connsiteX88" fmla="*/ 9993495 w 12192314"/>
              <a:gd name="connsiteY88" fmla="*/ 980878 h 6858000"/>
              <a:gd name="connsiteX89" fmla="*/ 10164177 w 12192314"/>
              <a:gd name="connsiteY89" fmla="*/ 772624 h 6858000"/>
              <a:gd name="connsiteX90" fmla="*/ 10180433 w 12192314"/>
              <a:gd name="connsiteY90" fmla="*/ 677132 h 6858000"/>
              <a:gd name="connsiteX91" fmla="*/ 10268821 w 12192314"/>
              <a:gd name="connsiteY91" fmla="*/ 482083 h 6858000"/>
              <a:gd name="connsiteX92" fmla="*/ 10284523 w 12192314"/>
              <a:gd name="connsiteY92" fmla="*/ 483344 h 6858000"/>
              <a:gd name="connsiteX93" fmla="*/ 10258011 w 12192314"/>
              <a:gd name="connsiteY93" fmla="*/ 512877 h 6858000"/>
              <a:gd name="connsiteX94" fmla="*/ 10226151 w 12192314"/>
              <a:gd name="connsiteY94" fmla="*/ 596877 h 6858000"/>
              <a:gd name="connsiteX95" fmla="*/ 10199736 w 12192314"/>
              <a:gd name="connsiteY95" fmla="*/ 754338 h 6858000"/>
              <a:gd name="connsiteX96" fmla="*/ 10072740 w 12192314"/>
              <a:gd name="connsiteY96" fmla="*/ 980878 h 6858000"/>
              <a:gd name="connsiteX97" fmla="*/ 10264757 w 12192314"/>
              <a:gd name="connsiteY97" fmla="*/ 788877 h 6858000"/>
              <a:gd name="connsiteX98" fmla="*/ 10294221 w 12192314"/>
              <a:gd name="connsiteY98" fmla="*/ 614148 h 6858000"/>
              <a:gd name="connsiteX99" fmla="*/ 10313318 w 12192314"/>
              <a:gd name="connsiteY99" fmla="*/ 526385 h 6858000"/>
              <a:gd name="connsiteX100" fmla="*/ 10321336 w 12192314"/>
              <a:gd name="connsiteY100" fmla="*/ 502034 h 6858000"/>
              <a:gd name="connsiteX101" fmla="*/ 10339971 w 12192314"/>
              <a:gd name="connsiteY101" fmla="*/ 525512 h 6858000"/>
              <a:gd name="connsiteX102" fmla="*/ 10362290 w 12192314"/>
              <a:gd name="connsiteY102" fmla="*/ 565385 h 6858000"/>
              <a:gd name="connsiteX103" fmla="*/ 10376514 w 12192314"/>
              <a:gd name="connsiteY103" fmla="*/ 496305 h 6858000"/>
              <a:gd name="connsiteX104" fmla="*/ 10352512 w 12192314"/>
              <a:gd name="connsiteY104" fmla="*/ 478020 h 6858000"/>
              <a:gd name="connsiteX105" fmla="*/ 10333196 w 12192314"/>
              <a:gd name="connsiteY105" fmla="*/ 473605 h 6858000"/>
              <a:gd name="connsiteX106" fmla="*/ 10334224 w 12192314"/>
              <a:gd name="connsiteY106" fmla="*/ 471290 h 6858000"/>
              <a:gd name="connsiteX107" fmla="*/ 10382609 w 12192314"/>
              <a:gd name="connsiteY107" fmla="*/ 419099 h 6858000"/>
              <a:gd name="connsiteX108" fmla="*/ 10476078 w 12192314"/>
              <a:gd name="connsiteY108" fmla="*/ 502401 h 6858000"/>
              <a:gd name="connsiteX109" fmla="*/ 10490302 w 12192314"/>
              <a:gd name="connsiteY109" fmla="*/ 433321 h 6858000"/>
              <a:gd name="connsiteX110" fmla="*/ 10427312 w 12192314"/>
              <a:gd name="connsiteY110" fmla="*/ 404877 h 6858000"/>
              <a:gd name="connsiteX111" fmla="*/ 0 w 12192314"/>
              <a:gd name="connsiteY111" fmla="*/ 0 h 6858000"/>
              <a:gd name="connsiteX112" fmla="*/ 6312214 w 12192314"/>
              <a:gd name="connsiteY112" fmla="*/ 0 h 6858000"/>
              <a:gd name="connsiteX113" fmla="*/ 6672064 w 12192314"/>
              <a:gd name="connsiteY113" fmla="*/ 0 h 6858000"/>
              <a:gd name="connsiteX114" fmla="*/ 12192314 w 12192314"/>
              <a:gd name="connsiteY114" fmla="*/ 0 h 6858000"/>
              <a:gd name="connsiteX115" fmla="*/ 12192314 w 12192314"/>
              <a:gd name="connsiteY115" fmla="*/ 6858000 h 6858000"/>
              <a:gd name="connsiteX116" fmla="*/ 6672064 w 12192314"/>
              <a:gd name="connsiteY116" fmla="*/ 6858000 h 6858000"/>
              <a:gd name="connsiteX117" fmla="*/ 6312214 w 12192314"/>
              <a:gd name="connsiteY117" fmla="*/ 6858000 h 6858000"/>
              <a:gd name="connsiteX118" fmla="*/ 0 w 12192314"/>
              <a:gd name="connsiteY1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12192314" h="6858000">
                <a:moveTo>
                  <a:pt x="11686092" y="647673"/>
                </a:moveTo>
                <a:cubicBezTo>
                  <a:pt x="11727747" y="647673"/>
                  <a:pt x="11756193" y="681196"/>
                  <a:pt x="11749082" y="722847"/>
                </a:cubicBezTo>
                <a:cubicBezTo>
                  <a:pt x="11742986" y="763482"/>
                  <a:pt x="11703363" y="798021"/>
                  <a:pt x="11661708" y="798021"/>
                </a:cubicBezTo>
                <a:cubicBezTo>
                  <a:pt x="11620054" y="798021"/>
                  <a:pt x="11592623" y="763482"/>
                  <a:pt x="11598719" y="722847"/>
                </a:cubicBezTo>
                <a:cubicBezTo>
                  <a:pt x="11605831" y="681196"/>
                  <a:pt x="11644437" y="646656"/>
                  <a:pt x="11686092" y="647673"/>
                </a:cubicBezTo>
                <a:close/>
                <a:moveTo>
                  <a:pt x="11246179" y="643608"/>
                </a:moveTo>
                <a:cubicBezTo>
                  <a:pt x="11279706" y="643608"/>
                  <a:pt x="11297993" y="664941"/>
                  <a:pt x="11297993" y="697448"/>
                </a:cubicBezTo>
                <a:lnTo>
                  <a:pt x="11175062" y="697448"/>
                </a:lnTo>
                <a:cubicBezTo>
                  <a:pt x="11185221" y="666973"/>
                  <a:pt x="11213668" y="643608"/>
                  <a:pt x="11246179" y="643608"/>
                </a:cubicBezTo>
                <a:close/>
                <a:moveTo>
                  <a:pt x="10636600" y="614148"/>
                </a:moveTo>
                <a:lnTo>
                  <a:pt x="10616281" y="738084"/>
                </a:lnTo>
                <a:cubicBezTo>
                  <a:pt x="10607137" y="797005"/>
                  <a:pt x="10628473" y="837640"/>
                  <a:pt x="10693494" y="837640"/>
                </a:cubicBezTo>
                <a:cubicBezTo>
                  <a:pt x="10758516" y="837640"/>
                  <a:pt x="10794075" y="797005"/>
                  <a:pt x="10803218" y="738084"/>
                </a:cubicBezTo>
                <a:lnTo>
                  <a:pt x="10823537" y="614148"/>
                </a:lnTo>
                <a:lnTo>
                  <a:pt x="10780866" y="614148"/>
                </a:lnTo>
                <a:lnTo>
                  <a:pt x="10761563" y="734021"/>
                </a:lnTo>
                <a:cubicBezTo>
                  <a:pt x="10756484" y="768561"/>
                  <a:pt x="10742260" y="799037"/>
                  <a:pt x="10700606" y="799037"/>
                </a:cubicBezTo>
                <a:cubicBezTo>
                  <a:pt x="10657935" y="799037"/>
                  <a:pt x="10653872" y="768561"/>
                  <a:pt x="10659967" y="734021"/>
                </a:cubicBezTo>
                <a:lnTo>
                  <a:pt x="10679271" y="614148"/>
                </a:lnTo>
                <a:close/>
                <a:moveTo>
                  <a:pt x="11692188" y="608053"/>
                </a:moveTo>
                <a:cubicBezTo>
                  <a:pt x="11626150" y="608053"/>
                  <a:pt x="11566208" y="657830"/>
                  <a:pt x="11556048" y="722847"/>
                </a:cubicBezTo>
                <a:cubicBezTo>
                  <a:pt x="11545889" y="787863"/>
                  <a:pt x="11589575" y="837640"/>
                  <a:pt x="11655613" y="837640"/>
                </a:cubicBezTo>
                <a:cubicBezTo>
                  <a:pt x="11721650" y="837640"/>
                  <a:pt x="11781592" y="787863"/>
                  <a:pt x="11791752" y="722847"/>
                </a:cubicBezTo>
                <a:cubicBezTo>
                  <a:pt x="11802928" y="657830"/>
                  <a:pt x="11759242" y="607037"/>
                  <a:pt x="11692188" y="608053"/>
                </a:cubicBezTo>
                <a:close/>
                <a:moveTo>
                  <a:pt x="11251259" y="608052"/>
                </a:moveTo>
                <a:cubicBezTo>
                  <a:pt x="11180142" y="608052"/>
                  <a:pt x="11136454" y="658845"/>
                  <a:pt x="11125279" y="724878"/>
                </a:cubicBezTo>
                <a:cubicBezTo>
                  <a:pt x="11115120" y="788878"/>
                  <a:pt x="11148647" y="838655"/>
                  <a:pt x="11215701" y="838655"/>
                </a:cubicBezTo>
                <a:cubicBezTo>
                  <a:pt x="11258371" y="838655"/>
                  <a:pt x="11301042" y="817322"/>
                  <a:pt x="11327457" y="779734"/>
                </a:cubicBezTo>
                <a:lnTo>
                  <a:pt x="11294946" y="759418"/>
                </a:lnTo>
                <a:cubicBezTo>
                  <a:pt x="11274627" y="784814"/>
                  <a:pt x="11254307" y="801068"/>
                  <a:pt x="11221796" y="801068"/>
                </a:cubicBezTo>
                <a:cubicBezTo>
                  <a:pt x="11181158" y="801068"/>
                  <a:pt x="11161854" y="765512"/>
                  <a:pt x="11166934" y="728941"/>
                </a:cubicBezTo>
                <a:lnTo>
                  <a:pt x="11334569" y="728941"/>
                </a:lnTo>
                <a:lnTo>
                  <a:pt x="11335585" y="722845"/>
                </a:lnTo>
                <a:cubicBezTo>
                  <a:pt x="11345744" y="658845"/>
                  <a:pt x="11321361" y="608052"/>
                  <a:pt x="11251259" y="608052"/>
                </a:cubicBezTo>
                <a:close/>
                <a:moveTo>
                  <a:pt x="11499154" y="607037"/>
                </a:moveTo>
                <a:cubicBezTo>
                  <a:pt x="11431085" y="607037"/>
                  <a:pt x="11371142" y="656815"/>
                  <a:pt x="11359967" y="723863"/>
                </a:cubicBezTo>
                <a:cubicBezTo>
                  <a:pt x="11348791" y="788878"/>
                  <a:pt x="11394510" y="837640"/>
                  <a:pt x="11459531" y="837640"/>
                </a:cubicBezTo>
                <a:cubicBezTo>
                  <a:pt x="11481883" y="837640"/>
                  <a:pt x="11501186" y="833577"/>
                  <a:pt x="11522522" y="823418"/>
                </a:cubicBezTo>
                <a:lnTo>
                  <a:pt x="11530650" y="770593"/>
                </a:lnTo>
                <a:cubicBezTo>
                  <a:pt x="11511346" y="787863"/>
                  <a:pt x="11490011" y="799037"/>
                  <a:pt x="11465627" y="799037"/>
                </a:cubicBezTo>
                <a:cubicBezTo>
                  <a:pt x="11420925" y="799037"/>
                  <a:pt x="11394510" y="766529"/>
                  <a:pt x="11401622" y="721830"/>
                </a:cubicBezTo>
                <a:cubicBezTo>
                  <a:pt x="11407717" y="681196"/>
                  <a:pt x="11445308" y="645640"/>
                  <a:pt x="11486963" y="645640"/>
                </a:cubicBezTo>
                <a:cubicBezTo>
                  <a:pt x="11513378" y="645640"/>
                  <a:pt x="11531666" y="655799"/>
                  <a:pt x="11545889" y="675101"/>
                </a:cubicBezTo>
                <a:lnTo>
                  <a:pt x="11555033" y="621259"/>
                </a:lnTo>
                <a:cubicBezTo>
                  <a:pt x="11539793" y="612116"/>
                  <a:pt x="11518457" y="607037"/>
                  <a:pt x="11499154" y="607037"/>
                </a:cubicBezTo>
                <a:close/>
                <a:moveTo>
                  <a:pt x="11112072" y="607037"/>
                </a:moveTo>
                <a:cubicBezTo>
                  <a:pt x="11083625" y="607037"/>
                  <a:pt x="11059242" y="623291"/>
                  <a:pt x="11045019" y="648687"/>
                </a:cubicBezTo>
                <a:lnTo>
                  <a:pt x="11044002" y="648687"/>
                </a:lnTo>
                <a:lnTo>
                  <a:pt x="11049082" y="613133"/>
                </a:lnTo>
                <a:lnTo>
                  <a:pt x="11006412" y="613133"/>
                </a:lnTo>
                <a:lnTo>
                  <a:pt x="10971869" y="829513"/>
                </a:lnTo>
                <a:lnTo>
                  <a:pt x="11014540" y="829513"/>
                </a:lnTo>
                <a:lnTo>
                  <a:pt x="11031811" y="722846"/>
                </a:lnTo>
                <a:cubicBezTo>
                  <a:pt x="11037907" y="687291"/>
                  <a:pt x="11050098" y="645640"/>
                  <a:pt x="11095816" y="645640"/>
                </a:cubicBezTo>
                <a:cubicBezTo>
                  <a:pt x="11105977" y="645640"/>
                  <a:pt x="11114105" y="648687"/>
                  <a:pt x="11120200" y="654783"/>
                </a:cubicBezTo>
                <a:lnTo>
                  <a:pt x="11145599" y="617196"/>
                </a:lnTo>
                <a:cubicBezTo>
                  <a:pt x="11135440" y="611100"/>
                  <a:pt x="11124264" y="607037"/>
                  <a:pt x="11112072" y="607037"/>
                </a:cubicBezTo>
                <a:close/>
                <a:moveTo>
                  <a:pt x="10520780" y="607037"/>
                </a:moveTo>
                <a:cubicBezTo>
                  <a:pt x="10494365" y="607037"/>
                  <a:pt x="10465918" y="619227"/>
                  <a:pt x="10447631" y="642593"/>
                </a:cubicBezTo>
                <a:lnTo>
                  <a:pt x="10452710" y="614149"/>
                </a:lnTo>
                <a:lnTo>
                  <a:pt x="10410040" y="614149"/>
                </a:lnTo>
                <a:lnTo>
                  <a:pt x="10374481" y="829513"/>
                </a:lnTo>
                <a:lnTo>
                  <a:pt x="10417152" y="829513"/>
                </a:lnTo>
                <a:lnTo>
                  <a:pt x="10433407" y="729958"/>
                </a:lnTo>
                <a:cubicBezTo>
                  <a:pt x="10440519" y="690339"/>
                  <a:pt x="10447631" y="643608"/>
                  <a:pt x="10502493" y="643608"/>
                </a:cubicBezTo>
                <a:cubicBezTo>
                  <a:pt x="10546179" y="643608"/>
                  <a:pt x="10547195" y="669005"/>
                  <a:pt x="10541099" y="705577"/>
                </a:cubicBezTo>
                <a:lnTo>
                  <a:pt x="10520780" y="829513"/>
                </a:lnTo>
                <a:lnTo>
                  <a:pt x="10563450" y="829513"/>
                </a:lnTo>
                <a:lnTo>
                  <a:pt x="10583769" y="700498"/>
                </a:lnTo>
                <a:cubicBezTo>
                  <a:pt x="10591897" y="647672"/>
                  <a:pt x="10582753" y="607037"/>
                  <a:pt x="10520780" y="607037"/>
                </a:cubicBezTo>
                <a:close/>
                <a:moveTo>
                  <a:pt x="10897703" y="545068"/>
                </a:moveTo>
                <a:lnTo>
                  <a:pt x="10886528" y="614148"/>
                </a:lnTo>
                <a:lnTo>
                  <a:pt x="10864176" y="614148"/>
                </a:lnTo>
                <a:lnTo>
                  <a:pt x="10857065" y="652751"/>
                </a:lnTo>
                <a:lnTo>
                  <a:pt x="10880432" y="652751"/>
                </a:lnTo>
                <a:lnTo>
                  <a:pt x="10851985" y="830528"/>
                </a:lnTo>
                <a:lnTo>
                  <a:pt x="10894656" y="830528"/>
                </a:lnTo>
                <a:lnTo>
                  <a:pt x="10923102" y="652751"/>
                </a:lnTo>
                <a:lnTo>
                  <a:pt x="10970853" y="652751"/>
                </a:lnTo>
                <a:lnTo>
                  <a:pt x="10976949" y="614148"/>
                </a:lnTo>
                <a:lnTo>
                  <a:pt x="10929198" y="614148"/>
                </a:lnTo>
                <a:lnTo>
                  <a:pt x="10940374" y="545068"/>
                </a:lnTo>
                <a:close/>
                <a:moveTo>
                  <a:pt x="10427312" y="404877"/>
                </a:moveTo>
                <a:cubicBezTo>
                  <a:pt x="10396833" y="404877"/>
                  <a:pt x="10351877" y="420877"/>
                  <a:pt x="10311873" y="452877"/>
                </a:cubicBezTo>
                <a:lnTo>
                  <a:pt x="10293962" y="472829"/>
                </a:lnTo>
                <a:lnTo>
                  <a:pt x="10258948" y="480290"/>
                </a:lnTo>
                <a:cubicBezTo>
                  <a:pt x="10199228" y="503861"/>
                  <a:pt x="10128364" y="563861"/>
                  <a:pt x="10112363" y="659861"/>
                </a:cubicBezTo>
                <a:lnTo>
                  <a:pt x="10097123" y="754338"/>
                </a:lnTo>
                <a:cubicBezTo>
                  <a:pt x="10071724" y="907735"/>
                  <a:pt x="10058517" y="943291"/>
                  <a:pt x="9993495" y="980878"/>
                </a:cubicBezTo>
                <a:cubicBezTo>
                  <a:pt x="10040229" y="972751"/>
                  <a:pt x="10138778" y="928053"/>
                  <a:pt x="10164177" y="772624"/>
                </a:cubicBezTo>
                <a:lnTo>
                  <a:pt x="10180433" y="677132"/>
                </a:lnTo>
                <a:cubicBezTo>
                  <a:pt x="10204816" y="533892"/>
                  <a:pt x="10233263" y="504433"/>
                  <a:pt x="10268821" y="482083"/>
                </a:cubicBezTo>
                <a:lnTo>
                  <a:pt x="10284523" y="483344"/>
                </a:lnTo>
                <a:lnTo>
                  <a:pt x="10258011" y="512877"/>
                </a:lnTo>
                <a:cubicBezTo>
                  <a:pt x="10242914" y="536877"/>
                  <a:pt x="10231485" y="564877"/>
                  <a:pt x="10226151" y="596877"/>
                </a:cubicBezTo>
                <a:lnTo>
                  <a:pt x="10199736" y="754338"/>
                </a:lnTo>
                <a:cubicBezTo>
                  <a:pt x="10179416" y="876242"/>
                  <a:pt x="10137762" y="943290"/>
                  <a:pt x="10072740" y="980878"/>
                </a:cubicBezTo>
                <a:cubicBezTo>
                  <a:pt x="10113379" y="977830"/>
                  <a:pt x="10241391" y="929068"/>
                  <a:pt x="10264757" y="788877"/>
                </a:cubicBezTo>
                <a:lnTo>
                  <a:pt x="10294221" y="614148"/>
                </a:lnTo>
                <a:cubicBezTo>
                  <a:pt x="10300317" y="578338"/>
                  <a:pt x="10306667" y="549639"/>
                  <a:pt x="10313318" y="526385"/>
                </a:cubicBezTo>
                <a:lnTo>
                  <a:pt x="10321336" y="502034"/>
                </a:lnTo>
                <a:lnTo>
                  <a:pt x="10339971" y="525512"/>
                </a:lnTo>
                <a:cubicBezTo>
                  <a:pt x="10347114" y="536623"/>
                  <a:pt x="10354416" y="549893"/>
                  <a:pt x="10362290" y="565385"/>
                </a:cubicBezTo>
                <a:lnTo>
                  <a:pt x="10376514" y="496305"/>
                </a:lnTo>
                <a:cubicBezTo>
                  <a:pt x="10370926" y="490210"/>
                  <a:pt x="10363052" y="483353"/>
                  <a:pt x="10352512" y="478020"/>
                </a:cubicBezTo>
                <a:lnTo>
                  <a:pt x="10333196" y="473605"/>
                </a:lnTo>
                <a:lnTo>
                  <a:pt x="10334224" y="471290"/>
                </a:lnTo>
                <a:cubicBezTo>
                  <a:pt x="10348829" y="443226"/>
                  <a:pt x="10364830" y="430274"/>
                  <a:pt x="10382609" y="419099"/>
                </a:cubicBezTo>
                <a:cubicBezTo>
                  <a:pt x="10422232" y="414020"/>
                  <a:pt x="10444583" y="440433"/>
                  <a:pt x="10476078" y="502401"/>
                </a:cubicBezTo>
                <a:lnTo>
                  <a:pt x="10490302" y="433321"/>
                </a:lnTo>
                <a:cubicBezTo>
                  <a:pt x="10480143" y="420115"/>
                  <a:pt x="10458807" y="404877"/>
                  <a:pt x="10427312" y="404877"/>
                </a:cubicBezTo>
                <a:close/>
                <a:moveTo>
                  <a:pt x="0" y="0"/>
                </a:moveTo>
                <a:lnTo>
                  <a:pt x="6312214" y="0"/>
                </a:lnTo>
                <a:lnTo>
                  <a:pt x="6672064" y="0"/>
                </a:lnTo>
                <a:lnTo>
                  <a:pt x="12192314" y="0"/>
                </a:lnTo>
                <a:lnTo>
                  <a:pt x="12192314" y="6858000"/>
                </a:lnTo>
                <a:lnTo>
                  <a:pt x="6672064" y="6858000"/>
                </a:lnTo>
                <a:lnTo>
                  <a:pt x="631221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Titel 1">
            <a:extLst>
              <a:ext uri="{FF2B5EF4-FFF2-40B4-BE49-F238E27FC236}">
                <a16:creationId xmlns:a16="http://schemas.microsoft.com/office/drawing/2014/main" id="{91CFA21A-8A4C-C14B-B955-1C0F783F06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620688"/>
            <a:ext cx="7560468" cy="728838"/>
          </a:xfrm>
        </p:spPr>
        <p:txBody>
          <a:bodyPr wrap="square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01056547-C68A-0D44-934C-0E0235B6111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39788" y="1989138"/>
            <a:ext cx="4602556" cy="3835662"/>
          </a:xfrm>
          <a:prstGeom prst="roundRect">
            <a:avLst>
              <a:gd name="adj" fmla="val 3354"/>
            </a:avLst>
          </a:prstGeom>
          <a:solidFill>
            <a:schemeClr val="bg1">
              <a:alpha val="90000"/>
            </a:schemeClr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3804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200" indent="0">
              <a:lnSpc>
                <a:spcPct val="100000"/>
              </a:lnSpc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7200" indent="0">
              <a:lnSpc>
                <a:spcPct val="100000"/>
              </a:lnSpc>
              <a:buFont typeface="Arial" charset="0"/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endParaRPr lang="en-US"/>
          </a:p>
        </p:txBody>
      </p:sp>
      <p:sp>
        <p:nvSpPr>
          <p:cNvPr id="8" name="Tijdelijke aanduiding voor dianummer 5">
            <a:extLst>
              <a:ext uri="{FF2B5EF4-FFF2-40B4-BE49-F238E27FC236}">
                <a16:creationId xmlns:a16="http://schemas.microsoft.com/office/drawing/2014/main" id="{DB4E6E92-8BC5-9F4A-BA24-1D8ED7F8A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41648" y="6173276"/>
            <a:ext cx="4655840" cy="684724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0" tIns="54000" rIns="396000" bIns="0" rtlCol="0" anchor="ctr" anchorCtr="0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D3F63D28-49C9-D947-BB50-840EF95F43B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52091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A8987653-8F1E-E247-941B-5527E67A373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12F010-0B34-4082-871E-6EC70510B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7181273"/>
      </p:ext>
    </p:extLst>
  </p:cSld>
  <p:clrMapOvr>
    <a:masterClrMapping/>
  </p:clrMapOvr>
  <p:hf sldNum="0" hdr="0" ftr="0" dt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A8987653-8F1E-E247-941B-5527E67A373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64154" y="6171371"/>
            <a:ext cx="4727844" cy="69932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948C77-7152-4690-9E71-02E6FB7B6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4525996"/>
      </p:ext>
    </p:extLst>
  </p:cSld>
  <p:clrMapOvr>
    <a:masterClrMapping/>
  </p:clrMapOvr>
  <p:hf sldNum="0" hdr="0" ftr="0" dt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39B28D0-9ED5-49CC-BDB0-A90FF861F2E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444579"/>
            <a:ext cx="12192000" cy="54115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NL"/>
          </a:p>
        </p:txBody>
      </p:sp>
      <p:sp>
        <p:nvSpPr>
          <p:cNvPr id="2" name="Footer Placeholder 1"/>
          <p:cNvSpPr>
            <a:spLocks noGrp="1"/>
          </p:cNvSpPr>
          <p:nvPr userDrawn="1"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2" name="Tijdelijke aanduiding voor dianummer 5">
            <a:extLst>
              <a:ext uri="{FF2B5EF4-FFF2-40B4-BE49-F238E27FC236}">
                <a16:creationId xmlns:a16="http://schemas.microsoft.com/office/drawing/2014/main" id="{7BD98785-612D-6449-9480-6E8F47899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5475" y="5979157"/>
            <a:ext cx="6096000" cy="87884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0" tIns="251999" rIns="396000" bIns="0" rtlCol="0" anchor="ctr" anchorCtr="0"/>
          <a:lstStyle>
            <a:lvl1pPr algn="r">
              <a:defRPr sz="16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endParaRPr lang="en-GB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97036F5A-4F41-9642-8812-E040E741F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3181" y="404813"/>
            <a:ext cx="1798384" cy="5760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0708F81-AA0F-4A51-BBF4-B1B177186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200" cy="3124800"/>
          </a:xfrm>
          <a:blipFill>
            <a:blip r:embed="rId4"/>
            <a:stretch>
              <a:fillRect/>
            </a:stretch>
          </a:blipFill>
        </p:spPr>
        <p:txBody>
          <a:bodyPr lIns="871200" tIns="828000" rIns="3816000" bIns="1080000" anchor="ctr" anchorCtr="0"/>
          <a:lstStyle>
            <a:lvl1pPr>
              <a:defRPr/>
            </a:lvl1pPr>
          </a:lstStyle>
          <a:p>
            <a:r>
              <a:rPr lang="en-US"/>
              <a:t>Thank you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645526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image" Target="../media/image9.emf"/><Relationship Id="rId3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59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oleObject" Target="../embeddings/oleObject2.bin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Relationship Id="rId27" Type="http://schemas.openxmlformats.org/officeDocument/2006/relationships/image" Target="../media/image10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81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9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Relationship Id="rId22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13" Type="http://schemas.openxmlformats.org/officeDocument/2006/relationships/slideLayout" Target="../slideLayouts/slideLayout94.xml"/><Relationship Id="rId18" Type="http://schemas.openxmlformats.org/officeDocument/2006/relationships/slideLayout" Target="../slideLayouts/slideLayout99.xml"/><Relationship Id="rId3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93.xml"/><Relationship Id="rId17" Type="http://schemas.openxmlformats.org/officeDocument/2006/relationships/slideLayout" Target="../slideLayouts/slideLayout98.xml"/><Relationship Id="rId2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97.xml"/><Relationship Id="rId20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96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91.xml"/><Relationship Id="rId19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95.xml"/><Relationship Id="rId22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9788" y="620688"/>
            <a:ext cx="7560468" cy="100495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endParaRPr lang="en-GB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989138"/>
            <a:ext cx="10512425" cy="3835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err="1"/>
              <a:t>Klik</a:t>
            </a:r>
            <a:r>
              <a:rPr lang="en-GB"/>
              <a:t> </a:t>
            </a:r>
            <a:r>
              <a:rPr lang="en-GB" err="1"/>
              <a:t>om</a:t>
            </a:r>
            <a:r>
              <a:rPr lang="en-GB"/>
              <a:t> de </a:t>
            </a:r>
            <a:r>
              <a:rPr lang="en-GB" err="1"/>
              <a:t>modelstijlen</a:t>
            </a:r>
            <a:r>
              <a:rPr lang="en-GB"/>
              <a:t> </a:t>
            </a:r>
            <a:r>
              <a:rPr lang="en-GB" err="1"/>
              <a:t>te</a:t>
            </a:r>
            <a:r>
              <a:rPr lang="en-GB"/>
              <a:t> </a:t>
            </a:r>
            <a:r>
              <a:rPr lang="en-GB" err="1"/>
              <a:t>bewerken</a:t>
            </a:r>
            <a:endParaRPr lang="en-GB"/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5"/>
            <a:r>
              <a:rPr lang="en-GB" err="1"/>
              <a:t>Zesde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6"/>
            <a:r>
              <a:rPr lang="en-GB" err="1"/>
              <a:t>Zevende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7"/>
            <a:r>
              <a:rPr lang="en-GB" err="1"/>
              <a:t>Achtste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8"/>
            <a:r>
              <a:rPr lang="en-GB" err="1"/>
              <a:t>Negende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1352213" y="6237312"/>
            <a:ext cx="839787" cy="620688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2268" y="6237312"/>
            <a:ext cx="7547987" cy="21748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pic>
        <p:nvPicPr>
          <p:cNvPr id="8" name="Afbeelding 6">
            <a:extLst>
              <a:ext uri="{FF2B5EF4-FFF2-40B4-BE49-F238E27FC236}">
                <a16:creationId xmlns:a16="http://schemas.microsoft.com/office/drawing/2014/main" id="{147FDF00-C190-AD44-AEDA-0B3C7FED7EAB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3181" y="404813"/>
            <a:ext cx="179838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61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75" r:id="rId2"/>
    <p:sldLayoutId id="2147483742" r:id="rId3"/>
    <p:sldLayoutId id="2147483765" r:id="rId4"/>
    <p:sldLayoutId id="2147483738" r:id="rId5"/>
    <p:sldLayoutId id="2147483737" r:id="rId6"/>
    <p:sldLayoutId id="2147483762" r:id="rId7"/>
    <p:sldLayoutId id="2147483755" r:id="rId8"/>
    <p:sldLayoutId id="2147483743" r:id="rId9"/>
    <p:sldLayoutId id="2147483744" r:id="rId10"/>
    <p:sldLayoutId id="2147483757" r:id="rId11"/>
    <p:sldLayoutId id="2147483773" r:id="rId12"/>
    <p:sldLayoutId id="2147483766" r:id="rId13"/>
    <p:sldLayoutId id="2147483767" r:id="rId14"/>
    <p:sldLayoutId id="2147483770" r:id="rId15"/>
    <p:sldLayoutId id="2147483768" r:id="rId16"/>
    <p:sldLayoutId id="2147483774" r:id="rId17"/>
    <p:sldLayoutId id="2147483771" r:id="rId18"/>
    <p:sldLayoutId id="2147483772" r:id="rId19"/>
    <p:sldLayoutId id="2147483777" r:id="rId20"/>
    <p:sldLayoutId id="2147483778" r:id="rId21"/>
  </p:sldLayoutIdLst>
  <p:hf hdr="0" ftr="0" dt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4400" b="1" kern="1200" baseline="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381600" indent="-381600" algn="l" defTabSz="3816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/>
        </a:buClr>
        <a:buSzPct val="100000"/>
        <a:buFont typeface="Calibri" panose="020F0502020204030204" pitchFamily="34" charset="0"/>
        <a:buChar char="●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62000" indent="-381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Calibri" panose="020F0502020204030204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100" indent="-3429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Calibri" panose="020F0502020204030204" pitchFamily="34" charset="0"/>
        <a:buChar char="−"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448100" indent="-3429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Calibri" panose="020F0502020204030204" pitchFamily="34" charset="0"/>
        <a:buChar char="−"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2" orient="horz" pos="4065" userDrawn="1">
          <p15:clr>
            <a:srgbClr val="F26B43"/>
          </p15:clr>
        </p15:guide>
        <p15:guide id="3" pos="529" userDrawn="1">
          <p15:clr>
            <a:srgbClr val="F26B43"/>
          </p15:clr>
        </p15:guide>
        <p15:guide id="4" orient="horz" pos="663" userDrawn="1">
          <p15:clr>
            <a:srgbClr val="F26B43"/>
          </p15:clr>
        </p15:guide>
        <p15:guide id="5" pos="7151" userDrawn="1">
          <p15:clr>
            <a:srgbClr val="F26B43"/>
          </p15:clr>
        </p15:guide>
        <p15:guide id="6" orient="horz" pos="1026" userDrawn="1">
          <p15:clr>
            <a:srgbClr val="F26B43"/>
          </p15:clr>
        </p15:guide>
        <p15:guide id="7" orient="horz" pos="1253" userDrawn="1">
          <p15:clr>
            <a:srgbClr val="F26B43"/>
          </p15:clr>
        </p15:guide>
        <p15:guide id="8" pos="742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9788" y="620688"/>
            <a:ext cx="7560468" cy="100495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rmAutofit/>
          </a:bodyPr>
          <a:lstStyle/>
          <a:p>
            <a:endParaRPr lang="en-GB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989138"/>
            <a:ext cx="10512425" cy="3835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err="1"/>
              <a:t>Klik</a:t>
            </a:r>
            <a:r>
              <a:rPr lang="en-GB"/>
              <a:t> </a:t>
            </a:r>
            <a:r>
              <a:rPr lang="en-GB" err="1"/>
              <a:t>om</a:t>
            </a:r>
            <a:r>
              <a:rPr lang="en-GB"/>
              <a:t> de </a:t>
            </a:r>
            <a:r>
              <a:rPr lang="en-GB" err="1"/>
              <a:t>modelstijlen</a:t>
            </a:r>
            <a:r>
              <a:rPr lang="en-GB"/>
              <a:t> </a:t>
            </a:r>
            <a:r>
              <a:rPr lang="en-GB" err="1"/>
              <a:t>te</a:t>
            </a:r>
            <a:r>
              <a:rPr lang="en-GB"/>
              <a:t> </a:t>
            </a:r>
            <a:r>
              <a:rPr lang="en-GB" err="1"/>
              <a:t>bewerken</a:t>
            </a:r>
            <a:endParaRPr lang="en-GB"/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5"/>
            <a:r>
              <a:rPr lang="en-GB" err="1"/>
              <a:t>Zesde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6"/>
            <a:r>
              <a:rPr lang="en-GB" err="1"/>
              <a:t>Zevende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7"/>
            <a:r>
              <a:rPr lang="en-GB" err="1"/>
              <a:t>Achtste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8"/>
            <a:r>
              <a:rPr lang="en-GB" err="1"/>
              <a:t>Negende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1352213" y="6237312"/>
            <a:ext cx="839787" cy="620688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2268" y="6237312"/>
            <a:ext cx="7547987" cy="21748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pic>
        <p:nvPicPr>
          <p:cNvPr id="8" name="Afbeelding 6">
            <a:extLst>
              <a:ext uri="{FF2B5EF4-FFF2-40B4-BE49-F238E27FC236}">
                <a16:creationId xmlns:a16="http://schemas.microsoft.com/office/drawing/2014/main" id="{147FDF00-C190-AD44-AEDA-0B3C7FED7EA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96338" y="441326"/>
            <a:ext cx="2555875" cy="81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626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</p:sldLayoutIdLst>
  <p:hf hdr="0" ftr="0" dt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4400" b="1" kern="1200" baseline="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381600" indent="-381600" algn="l" defTabSz="3816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/>
        </a:buClr>
        <a:buSzPct val="100000"/>
        <a:buFont typeface="Calibri" panose="020F0502020204030204" pitchFamily="34" charset="0"/>
        <a:buChar char="●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62000" indent="-381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Calibri" panose="020F0502020204030204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100" indent="-3429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Calibri" panose="020F0502020204030204" pitchFamily="34" charset="0"/>
        <a:buChar char="−"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448100" indent="-3429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Calibri" panose="020F0502020204030204" pitchFamily="34" charset="0"/>
        <a:buChar char="−"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orient="horz" pos="4065">
          <p15:clr>
            <a:srgbClr val="F26B43"/>
          </p15:clr>
        </p15:guide>
        <p15:guide id="3" pos="529">
          <p15:clr>
            <a:srgbClr val="F26B43"/>
          </p15:clr>
        </p15:guide>
        <p15:guide id="4" orient="horz" pos="663">
          <p15:clr>
            <a:srgbClr val="F26B43"/>
          </p15:clr>
        </p15:guide>
        <p15:guide id="5" pos="7151">
          <p15:clr>
            <a:srgbClr val="F26B43"/>
          </p15:clr>
        </p15:guide>
        <p15:guide id="6" orient="horz" pos="1026">
          <p15:clr>
            <a:srgbClr val="F26B43"/>
          </p15:clr>
        </p15:guide>
        <p15:guide id="7" orient="horz" pos="125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E07640E-628C-426B-971D-E5506CF357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15235785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592" imgH="591" progId="TCLayout.ActiveDocument.1">
                  <p:embed/>
                </p:oleObj>
              </mc:Choice>
              <mc:Fallback>
                <p:oleObj name="think-cell Slide" r:id="rId25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E07640E-628C-426B-971D-E5506CF357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64400" y="284162"/>
            <a:ext cx="11264400" cy="1143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rmAutofit/>
          </a:bodyPr>
          <a:lstStyle/>
          <a:p>
            <a:endParaRPr lang="en-GB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64400" y="1612800"/>
            <a:ext cx="11264400" cy="421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err="1"/>
              <a:t>Klik</a:t>
            </a:r>
            <a:r>
              <a:rPr lang="en-GB"/>
              <a:t> </a:t>
            </a:r>
            <a:r>
              <a:rPr lang="en-GB" err="1"/>
              <a:t>om</a:t>
            </a:r>
            <a:r>
              <a:rPr lang="en-GB"/>
              <a:t> de </a:t>
            </a:r>
            <a:r>
              <a:rPr lang="en-GB" err="1"/>
              <a:t>modelstijlen</a:t>
            </a:r>
            <a:r>
              <a:rPr lang="en-GB"/>
              <a:t> </a:t>
            </a:r>
            <a:r>
              <a:rPr lang="en-GB" err="1"/>
              <a:t>te</a:t>
            </a:r>
            <a:r>
              <a:rPr lang="en-GB"/>
              <a:t> </a:t>
            </a:r>
            <a:r>
              <a:rPr lang="en-GB" err="1"/>
              <a:t>bewerken</a:t>
            </a:r>
            <a:endParaRPr lang="en-GB"/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5"/>
            <a:r>
              <a:rPr lang="en-GB" err="1"/>
              <a:t>Zesde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6"/>
            <a:r>
              <a:rPr lang="en-GB" err="1"/>
              <a:t>Zevende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7"/>
            <a:r>
              <a:rPr lang="en-GB" err="1"/>
              <a:t>Achtste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8"/>
            <a:r>
              <a:rPr lang="en-GB" err="1"/>
              <a:t>Negende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0742285" y="6152400"/>
            <a:ext cx="973899" cy="302400"/>
          </a:xfrm>
          <a:prstGeom prst="rect">
            <a:avLst/>
          </a:prstGeom>
        </p:spPr>
        <p:txBody>
          <a:bodyPr vert="horz" lIns="0" tIns="0" rIns="90000" bIns="0" rtlCol="0" anchor="b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9" name="LNutreco"/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00" y="5943139"/>
            <a:ext cx="1658389" cy="756458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8000" y="6152400"/>
            <a:ext cx="6153600" cy="302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75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132558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  <p:sldLayoutId id="2147483816" r:id="rId17"/>
    <p:sldLayoutId id="2147483817" r:id="rId18"/>
    <p:sldLayoutId id="2147483818" r:id="rId19"/>
    <p:sldLayoutId id="2147483819" r:id="rId20"/>
    <p:sldLayoutId id="2147483820" r:id="rId21"/>
    <p:sldLayoutId id="2147483821" r:id="rId22"/>
  </p:sldLayoutIdLst>
  <p:hf hdr="0" ftr="0" dt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3600" b="1" kern="1200" baseline="0">
          <a:solidFill>
            <a:srgbClr val="002264"/>
          </a:solidFill>
          <a:latin typeface="+mn-lt"/>
          <a:ea typeface="+mj-ea"/>
          <a:cs typeface="+mj-cs"/>
        </a:defRPr>
      </a:lvl1pPr>
    </p:titleStyle>
    <p:bodyStyle>
      <a:lvl1pPr marL="381600" indent="-381600" algn="l" defTabSz="381600" rtl="0" eaLnBrk="1" latinLnBrk="0" hangingPunct="1">
        <a:lnSpc>
          <a:spcPts val="2400"/>
        </a:lnSpc>
        <a:spcBef>
          <a:spcPts val="600"/>
        </a:spcBef>
        <a:spcAft>
          <a:spcPts val="0"/>
        </a:spcAft>
        <a:buClr>
          <a:schemeClr val="tx1"/>
        </a:buClr>
        <a:buSzPct val="100000"/>
        <a:buFont typeface="Calibri" panose="020F0502020204030204" pitchFamily="34" charset="0"/>
        <a:buChar char="●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62000" indent="-381600" algn="l" defTabSz="914400" rtl="0" eaLnBrk="1" latinLnBrk="0" hangingPunct="1">
        <a:lnSpc>
          <a:spcPts val="2400"/>
        </a:lnSpc>
        <a:spcBef>
          <a:spcPts val="600"/>
        </a:spcBef>
        <a:buClr>
          <a:schemeClr val="tx1"/>
        </a:buClr>
        <a:buFont typeface="Calibri" panose="020F0502020204030204" pitchFamily="34" charset="0"/>
        <a:buChar char="−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100" indent="-342900" algn="l" defTabSz="914400" rtl="0" eaLnBrk="1" latinLnBrk="0" hangingPunct="1">
        <a:lnSpc>
          <a:spcPts val="2400"/>
        </a:lnSpc>
        <a:spcBef>
          <a:spcPts val="600"/>
        </a:spcBef>
        <a:buClr>
          <a:schemeClr val="tx1"/>
        </a:buClr>
        <a:buFont typeface="Calibri" panose="020F0502020204030204" pitchFamily="34" charset="0"/>
        <a:buChar char="−"/>
        <a:defRPr lang="nl-NL" sz="24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448100" indent="-342900" algn="l" defTabSz="914400" rtl="0" eaLnBrk="1" latinLnBrk="0" hangingPunct="1">
        <a:lnSpc>
          <a:spcPts val="2400"/>
        </a:lnSpc>
        <a:spcBef>
          <a:spcPts val="600"/>
        </a:spcBef>
        <a:buClr>
          <a:schemeClr val="tx1"/>
        </a:buClr>
        <a:buFont typeface="Calibri" panose="020F0502020204030204" pitchFamily="34" charset="0"/>
        <a:buChar char="−"/>
        <a:defRPr lang="nl-NL" sz="24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447200" indent="0" algn="l" defTabSz="914400" rtl="0" eaLnBrk="1" latinLnBrk="0" hangingPunct="1">
        <a:lnSpc>
          <a:spcPts val="2400"/>
        </a:lnSpc>
        <a:spcBef>
          <a:spcPts val="600"/>
        </a:spcBef>
        <a:buClr>
          <a:schemeClr val="tx1"/>
        </a:buClr>
        <a:buFontTx/>
        <a:buNone/>
        <a:defRPr lang="nl-NL" sz="24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447200" indent="0" algn="l" defTabSz="914400" rtl="0" eaLnBrk="1" latinLnBrk="0" hangingPunct="1">
        <a:lnSpc>
          <a:spcPts val="2400"/>
        </a:lnSpc>
        <a:spcBef>
          <a:spcPts val="600"/>
        </a:spcBef>
        <a:buClr>
          <a:schemeClr val="tx1"/>
        </a:buClr>
        <a:buFontTx/>
        <a:buNone/>
        <a:defRPr lang="nl-NL" sz="24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447200" indent="0" algn="l" defTabSz="914400" rtl="0" eaLnBrk="1" latinLnBrk="0" hangingPunct="1">
        <a:lnSpc>
          <a:spcPts val="2400"/>
        </a:lnSpc>
        <a:spcBef>
          <a:spcPts val="600"/>
        </a:spcBef>
        <a:buClr>
          <a:schemeClr val="tx1"/>
        </a:buClr>
        <a:buFontTx/>
        <a:buNone/>
        <a:defRPr lang="nl-NL" sz="24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1447200" indent="0" algn="l" defTabSz="914400" rtl="0" eaLnBrk="1" latinLnBrk="0" hangingPunct="1">
        <a:lnSpc>
          <a:spcPts val="2400"/>
        </a:lnSpc>
        <a:spcBef>
          <a:spcPts val="600"/>
        </a:spcBef>
        <a:buClr>
          <a:schemeClr val="tx1"/>
        </a:buClr>
        <a:buFontTx/>
        <a:buNone/>
        <a:defRPr lang="nl-NL" sz="24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1447200" indent="0" algn="l" defTabSz="914400" rtl="0" eaLnBrk="1" latinLnBrk="0" hangingPunct="1">
        <a:lnSpc>
          <a:spcPts val="2400"/>
        </a:lnSpc>
        <a:spcBef>
          <a:spcPts val="600"/>
        </a:spcBef>
        <a:buClr>
          <a:schemeClr val="tx1"/>
        </a:buClr>
        <a:buFontTx/>
        <a:buNone/>
        <a:defRPr lang="nl-NL" sz="2400" kern="1200" dirty="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9788" y="620688"/>
            <a:ext cx="7560468" cy="100495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endParaRPr lang="en-GB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989138"/>
            <a:ext cx="10512425" cy="3835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err="1"/>
              <a:t>Klik</a:t>
            </a:r>
            <a:r>
              <a:rPr lang="en-GB"/>
              <a:t> </a:t>
            </a:r>
            <a:r>
              <a:rPr lang="en-GB" err="1"/>
              <a:t>om</a:t>
            </a:r>
            <a:r>
              <a:rPr lang="en-GB"/>
              <a:t> de </a:t>
            </a:r>
            <a:r>
              <a:rPr lang="en-GB" err="1"/>
              <a:t>modelstijlen</a:t>
            </a:r>
            <a:r>
              <a:rPr lang="en-GB"/>
              <a:t> </a:t>
            </a:r>
            <a:r>
              <a:rPr lang="en-GB" err="1"/>
              <a:t>te</a:t>
            </a:r>
            <a:r>
              <a:rPr lang="en-GB"/>
              <a:t> </a:t>
            </a:r>
            <a:r>
              <a:rPr lang="en-GB" err="1"/>
              <a:t>bewerken</a:t>
            </a:r>
            <a:endParaRPr lang="en-GB"/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5"/>
            <a:r>
              <a:rPr lang="en-GB" err="1"/>
              <a:t>Zesde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6"/>
            <a:r>
              <a:rPr lang="en-GB" err="1"/>
              <a:t>Zevende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7"/>
            <a:r>
              <a:rPr lang="en-GB" err="1"/>
              <a:t>Achtste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8"/>
            <a:r>
              <a:rPr lang="en-GB" err="1"/>
              <a:t>Negende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1352213" y="6237312"/>
            <a:ext cx="839787" cy="620688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2268" y="6237312"/>
            <a:ext cx="7547987" cy="21748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059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  <p:sldLayoutId id="2147483840" r:id="rId18"/>
    <p:sldLayoutId id="2147483841" r:id="rId19"/>
    <p:sldLayoutId id="2147483843" r:id="rId20"/>
    <p:sldLayoutId id="2147483844" r:id="rId21"/>
  </p:sldLayoutIdLst>
  <p:hf hdr="0" ftr="0" dt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4400" b="1" kern="1200" baseline="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381600" indent="-381600" algn="l" defTabSz="3816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/>
        </a:buClr>
        <a:buSzPct val="100000"/>
        <a:buFont typeface="Calibri" panose="020F0502020204030204" pitchFamily="34" charset="0"/>
        <a:buChar char="●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62000" indent="-381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Calibri" panose="020F0502020204030204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100" indent="-3429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Calibri" panose="020F0502020204030204" pitchFamily="34" charset="0"/>
        <a:buChar char="−"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448100" indent="-3429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Calibri" panose="020F0502020204030204" pitchFamily="34" charset="0"/>
        <a:buChar char="−"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orient="horz" pos="4065">
          <p15:clr>
            <a:srgbClr val="F26B43"/>
          </p15:clr>
        </p15:guide>
        <p15:guide id="3" pos="529">
          <p15:clr>
            <a:srgbClr val="F26B43"/>
          </p15:clr>
        </p15:guide>
        <p15:guide id="4" orient="horz" pos="663">
          <p15:clr>
            <a:srgbClr val="F26B43"/>
          </p15:clr>
        </p15:guide>
        <p15:guide id="5" pos="7151">
          <p15:clr>
            <a:srgbClr val="F26B43"/>
          </p15:clr>
        </p15:guide>
        <p15:guide id="6" orient="horz" pos="1026">
          <p15:clr>
            <a:srgbClr val="F26B43"/>
          </p15:clr>
        </p15:guide>
        <p15:guide id="7" orient="horz" pos="1253">
          <p15:clr>
            <a:srgbClr val="F26B43"/>
          </p15:clr>
        </p15:guide>
        <p15:guide id="8" pos="742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9788" y="620688"/>
            <a:ext cx="7560468" cy="100495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endParaRPr lang="en-GB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989138"/>
            <a:ext cx="10512425" cy="3835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err="1"/>
              <a:t>Klik</a:t>
            </a:r>
            <a:r>
              <a:rPr lang="en-GB"/>
              <a:t> </a:t>
            </a:r>
            <a:r>
              <a:rPr lang="en-GB" err="1"/>
              <a:t>om</a:t>
            </a:r>
            <a:r>
              <a:rPr lang="en-GB"/>
              <a:t> de </a:t>
            </a:r>
            <a:r>
              <a:rPr lang="en-GB" err="1"/>
              <a:t>modelstijlen</a:t>
            </a:r>
            <a:r>
              <a:rPr lang="en-GB"/>
              <a:t> </a:t>
            </a:r>
            <a:r>
              <a:rPr lang="en-GB" err="1"/>
              <a:t>te</a:t>
            </a:r>
            <a:r>
              <a:rPr lang="en-GB"/>
              <a:t> </a:t>
            </a:r>
            <a:r>
              <a:rPr lang="en-GB" err="1"/>
              <a:t>bewerken</a:t>
            </a:r>
            <a:endParaRPr lang="en-GB"/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5"/>
            <a:r>
              <a:rPr lang="en-GB" err="1"/>
              <a:t>Zesde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6"/>
            <a:r>
              <a:rPr lang="en-GB" err="1"/>
              <a:t>Zevende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7"/>
            <a:r>
              <a:rPr lang="en-GB" err="1"/>
              <a:t>Achtste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8"/>
            <a:r>
              <a:rPr lang="en-GB" err="1"/>
              <a:t>Negende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1352213" y="6237312"/>
            <a:ext cx="839787" cy="620688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2268" y="6237312"/>
            <a:ext cx="7547987" cy="21748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pic>
        <p:nvPicPr>
          <p:cNvPr id="8" name="Afbeelding 6">
            <a:extLst>
              <a:ext uri="{FF2B5EF4-FFF2-40B4-BE49-F238E27FC236}">
                <a16:creationId xmlns:a16="http://schemas.microsoft.com/office/drawing/2014/main" id="{147FDF00-C190-AD44-AEDA-0B3C7FED7EAB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3181" y="404813"/>
            <a:ext cx="179838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75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  <p:sldLayoutId id="2147483862" r:id="rId17"/>
    <p:sldLayoutId id="2147483863" r:id="rId18"/>
    <p:sldLayoutId id="2147483864" r:id="rId19"/>
    <p:sldLayoutId id="2147483865" r:id="rId20"/>
    <p:sldLayoutId id="2147483866" r:id="rId21"/>
  </p:sldLayoutIdLst>
  <p:hf hdr="0" ftr="0" dt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4400" b="1" kern="1200" baseline="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381600" indent="-381600" algn="l" defTabSz="3816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/>
        </a:buClr>
        <a:buSzPct val="100000"/>
        <a:buFont typeface="Calibri" panose="020F0502020204030204" pitchFamily="34" charset="0"/>
        <a:buChar char="●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62000" indent="-381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Calibri" panose="020F0502020204030204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100" indent="-3429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Calibri" panose="020F0502020204030204" pitchFamily="34" charset="0"/>
        <a:buChar char="−"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448100" indent="-3429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Calibri" panose="020F0502020204030204" pitchFamily="34" charset="0"/>
        <a:buChar char="−"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1447200" indent="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Tx/>
        <a:buNone/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orient="horz" pos="4065">
          <p15:clr>
            <a:srgbClr val="F26B43"/>
          </p15:clr>
        </p15:guide>
        <p15:guide id="3" pos="529">
          <p15:clr>
            <a:srgbClr val="F26B43"/>
          </p15:clr>
        </p15:guide>
        <p15:guide id="4" orient="horz" pos="663">
          <p15:clr>
            <a:srgbClr val="F26B43"/>
          </p15:clr>
        </p15:guide>
        <p15:guide id="5" pos="7151">
          <p15:clr>
            <a:srgbClr val="F26B43"/>
          </p15:clr>
        </p15:guide>
        <p15:guide id="6" orient="horz" pos="1026">
          <p15:clr>
            <a:srgbClr val="F26B43"/>
          </p15:clr>
        </p15:guide>
        <p15:guide id="7" orient="horz" pos="1253">
          <p15:clr>
            <a:srgbClr val="F26B43"/>
          </p15:clr>
        </p15:guide>
        <p15:guide id="8" pos="742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0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nfinamento de gado: veja como fazer de maneira eficaz — CompreRural">
            <a:extLst>
              <a:ext uri="{FF2B5EF4-FFF2-40B4-BE49-F238E27FC236}">
                <a16:creationId xmlns:a16="http://schemas.microsoft.com/office/drawing/2014/main" id="{948B6E11-E154-9C44-5943-13AA267552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92" b="4112"/>
          <a:stretch/>
        </p:blipFill>
        <p:spPr bwMode="auto">
          <a:xfrm flipH="1">
            <a:off x="20" y="1444579"/>
            <a:ext cx="12191980" cy="5411515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EB397809-47F3-012B-A513-6B52402C3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5475" y="5979157"/>
            <a:ext cx="6096000" cy="878843"/>
          </a:xfrm>
        </p:spPr>
        <p:txBody>
          <a:bodyPr/>
          <a:lstStyle/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49EA813-F4B8-2D42-B9BF-DD66E13A9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200" cy="3124800"/>
          </a:xfrm>
        </p:spPr>
        <p:txBody>
          <a:bodyPr anchor="ctr">
            <a:normAutofit/>
          </a:bodyPr>
          <a:lstStyle/>
          <a:p>
            <a:r>
              <a:rPr lang="pt-BR" sz="1100" b="0"/>
              <a:t> </a:t>
            </a:r>
            <a:endParaRPr lang="en-NL" sz="1100" b="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0D481DD-CA22-7E8E-A0F2-65705D288393}"/>
              </a:ext>
            </a:extLst>
          </p:cNvPr>
          <p:cNvSpPr txBox="1"/>
          <p:nvPr/>
        </p:nvSpPr>
        <p:spPr>
          <a:xfrm>
            <a:off x="695400" y="476672"/>
            <a:ext cx="502730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/>
              <a:t>Feedlot App</a:t>
            </a:r>
          </a:p>
          <a:p>
            <a:r>
              <a:rPr lang="en-CA" i="1" dirty="0"/>
              <a:t>Desenvolvimento Interno Personalizado</a:t>
            </a:r>
          </a:p>
          <a:p>
            <a:endParaRPr lang="en-CA" dirty="0"/>
          </a:p>
          <a:p>
            <a:r>
              <a:rPr lang="en-CA" b="1" dirty="0"/>
              <a:t>Trouw Nutrition Brasil</a:t>
            </a:r>
          </a:p>
          <a:p>
            <a:r>
              <a:rPr lang="en-CA" dirty="0"/>
              <a:t>Outubro de 2023</a:t>
            </a:r>
          </a:p>
        </p:txBody>
      </p:sp>
    </p:spTree>
    <p:extLst>
      <p:ext uri="{BB962C8B-B14F-4D97-AF65-F5344CB8AC3E}">
        <p14:creationId xmlns:p14="http://schemas.microsoft.com/office/powerpoint/2010/main" val="1683093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119336" y="116632"/>
            <a:ext cx="9433047" cy="1116787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CA" sz="3200" dirty="0"/>
              <a:t>Resumo Executivo</a:t>
            </a:r>
            <a:br>
              <a:rPr lang="en-CA" sz="3200" dirty="0"/>
            </a:br>
            <a:r>
              <a:rPr lang="en-US" sz="1800" b="0" i="1" dirty="0"/>
              <a:t>Conheça o Feedlot App, uma iniciativa estratégica totalmente alinhada à nossa visão de longo prazo de crescimento orgânico e transformação digital.</a:t>
            </a:r>
          </a:p>
          <a:p>
            <a:pPr>
              <a:lnSpc>
                <a:spcPct val="100000"/>
              </a:lnSpc>
            </a:pPr>
            <a:endParaRPr lang="en-CA" sz="3200" b="0" i="1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FEE3EA-3D4A-DD54-6A99-1DD5E326C4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5400" y="3539613"/>
            <a:ext cx="10512425" cy="2428905"/>
          </a:xfrm>
        </p:spPr>
        <p:txBody>
          <a:bodyPr/>
          <a:lstStyle/>
          <a:p>
            <a:r>
              <a:rPr lang="en-US" dirty="0"/>
              <a:t>O mercado está evoluindo rapidamente, e os concorrentes estão avançando mais rápido do que nós na transformação digital. </a:t>
            </a:r>
          </a:p>
          <a:p>
            <a:r>
              <a:rPr lang="en-US" dirty="0"/>
              <a:t>Este projeto inovador atende um segmento relevante, que representa 19% da nossa Unidade de Negócios Beef. Nosso plano é desenvolver internamente um aplicativo para confinamento que proteja e fortaleça o relacionamento com os clientes atuais, aumente a fidelização e, ao mesmo tempo, sirva como alavanca para atrair novos clientes.</a:t>
            </a:r>
          </a:p>
          <a:p>
            <a:r>
              <a:rPr lang="en-US" dirty="0"/>
              <a:t>Em um cenário em constante mudança, o Feedlot App nos posiciona como pioneiros, garantindo nossa presença no mercado e nos levando a novos horizontes.</a:t>
            </a:r>
            <a:endParaRPr lang="en-CA" dirty="0"/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A9C8DE9B-0182-9F12-A971-BD522072C4A3}"/>
              </a:ext>
            </a:extLst>
          </p:cNvPr>
          <p:cNvSpPr/>
          <p:nvPr/>
        </p:nvSpPr>
        <p:spPr>
          <a:xfrm>
            <a:off x="695400" y="1538959"/>
            <a:ext cx="10512425" cy="1501167"/>
          </a:xfrm>
          <a:prstGeom prst="rect">
            <a:avLst/>
          </a:prstGeom>
          <a:solidFill>
            <a:srgbClr val="0195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AB97EAB9-B9D3-2C9B-E5C2-6D2E1CAC77D5}"/>
              </a:ext>
            </a:extLst>
          </p:cNvPr>
          <p:cNvSpPr txBox="1"/>
          <p:nvPr/>
        </p:nvSpPr>
        <p:spPr>
          <a:xfrm>
            <a:off x="2526434" y="1628800"/>
            <a:ext cx="8331422" cy="12961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bg1"/>
                </a:solidFill>
              </a:rPr>
              <a:t>O Feedlot App colocará a Trouw Nutrition Brasil na vanguarda da inovação no mercado de Corte, reforçando nossa tradição em oferecer produtos premium e serviços de excelência, ao mesmo tempo que impulsiona nossa agenda de Transformação Digital e apoia nossa ambição de crescimento orgânico no longo prazo.</a:t>
            </a:r>
          </a:p>
        </p:txBody>
      </p:sp>
      <p:sp>
        <p:nvSpPr>
          <p:cNvPr id="5" name="Rectangle 22">
            <a:extLst>
              <a:ext uri="{FF2B5EF4-FFF2-40B4-BE49-F238E27FC236}">
                <a16:creationId xmlns:a16="http://schemas.microsoft.com/office/drawing/2014/main" id="{4BD2E2A4-A5A8-FB8A-00E5-7DB8A880E464}"/>
              </a:ext>
            </a:extLst>
          </p:cNvPr>
          <p:cNvSpPr/>
          <p:nvPr/>
        </p:nvSpPr>
        <p:spPr>
          <a:xfrm>
            <a:off x="695400" y="1538959"/>
            <a:ext cx="1471042" cy="1501167"/>
          </a:xfrm>
          <a:prstGeom prst="rect">
            <a:avLst/>
          </a:prstGeom>
          <a:solidFill>
            <a:srgbClr val="246C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9FEEAC2A-8F6F-33F1-31DC-45CF7E394C48}"/>
              </a:ext>
            </a:extLst>
          </p:cNvPr>
          <p:cNvGrpSpPr/>
          <p:nvPr/>
        </p:nvGrpSpPr>
        <p:grpSpPr>
          <a:xfrm>
            <a:off x="1055440" y="1914495"/>
            <a:ext cx="750094" cy="750094"/>
            <a:chOff x="4119563" y="2171701"/>
            <a:chExt cx="346075" cy="346075"/>
          </a:xfrm>
        </p:grpSpPr>
        <p:sp>
          <p:nvSpPr>
            <p:cNvPr id="7" name="Freeform 307">
              <a:extLst>
                <a:ext uri="{FF2B5EF4-FFF2-40B4-BE49-F238E27FC236}">
                  <a16:creationId xmlns:a16="http://schemas.microsoft.com/office/drawing/2014/main" id="{522FD061-F040-8E76-4307-F7CF91D9D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538" y="2352676"/>
              <a:ext cx="165100" cy="165100"/>
            </a:xfrm>
            <a:custGeom>
              <a:avLst/>
              <a:gdLst>
                <a:gd name="T0" fmla="*/ 33 w 104"/>
                <a:gd name="T1" fmla="*/ 95 h 104"/>
                <a:gd name="T2" fmla="*/ 0 w 104"/>
                <a:gd name="T3" fmla="*/ 104 h 104"/>
                <a:gd name="T4" fmla="*/ 9 w 104"/>
                <a:gd name="T5" fmla="*/ 71 h 104"/>
                <a:gd name="T6" fmla="*/ 80 w 104"/>
                <a:gd name="T7" fmla="*/ 0 h 104"/>
                <a:gd name="T8" fmla="*/ 104 w 104"/>
                <a:gd name="T9" fmla="*/ 23 h 104"/>
                <a:gd name="T10" fmla="*/ 33 w 104"/>
                <a:gd name="T11" fmla="*/ 9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104">
                  <a:moveTo>
                    <a:pt x="33" y="95"/>
                  </a:moveTo>
                  <a:lnTo>
                    <a:pt x="0" y="104"/>
                  </a:lnTo>
                  <a:lnTo>
                    <a:pt x="9" y="71"/>
                  </a:lnTo>
                  <a:lnTo>
                    <a:pt x="80" y="0"/>
                  </a:lnTo>
                  <a:lnTo>
                    <a:pt x="104" y="23"/>
                  </a:lnTo>
                  <a:lnTo>
                    <a:pt x="33" y="95"/>
                  </a:lnTo>
                  <a:close/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" name="Line 308">
              <a:extLst>
                <a:ext uri="{FF2B5EF4-FFF2-40B4-BE49-F238E27FC236}">
                  <a16:creationId xmlns:a16="http://schemas.microsoft.com/office/drawing/2014/main" id="{069A3C55-6DD6-04FF-ECB3-363712CED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8963" y="2382838"/>
              <a:ext cx="36513" cy="36513"/>
            </a:xfrm>
            <a:prstGeom prst="line">
              <a:avLst/>
            </a:prstGeom>
            <a:noFill/>
            <a:ln w="1587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0" name="Line 309">
              <a:extLst>
                <a:ext uri="{FF2B5EF4-FFF2-40B4-BE49-F238E27FC236}">
                  <a16:creationId xmlns:a16="http://schemas.microsoft.com/office/drawing/2014/main" id="{ACEFF4E0-BE2A-72D5-3F62-2367F0A88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4825" y="2465388"/>
              <a:ext cx="38100" cy="38100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1" name="Line 310">
              <a:extLst>
                <a:ext uri="{FF2B5EF4-FFF2-40B4-BE49-F238E27FC236}">
                  <a16:creationId xmlns:a16="http://schemas.microsoft.com/office/drawing/2014/main" id="{67C6C67A-3B0A-ED2C-C25D-F507AA69C2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150" y="2322513"/>
              <a:ext cx="60325" cy="0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2" name="Line 311">
              <a:extLst>
                <a:ext uri="{FF2B5EF4-FFF2-40B4-BE49-F238E27FC236}">
                  <a16:creationId xmlns:a16="http://schemas.microsoft.com/office/drawing/2014/main" id="{EC9255DD-75C5-87A2-45B4-8219D21A44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150" y="2382838"/>
              <a:ext cx="60325" cy="0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3" name="Freeform 312">
              <a:extLst>
                <a:ext uri="{FF2B5EF4-FFF2-40B4-BE49-F238E27FC236}">
                  <a16:creationId xmlns:a16="http://schemas.microsoft.com/office/drawing/2014/main" id="{438BC57C-66BF-790A-EBC2-A11496D2E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600" y="2292351"/>
              <a:ext cx="60325" cy="36513"/>
            </a:xfrm>
            <a:custGeom>
              <a:avLst/>
              <a:gdLst>
                <a:gd name="T0" fmla="*/ 38 w 38"/>
                <a:gd name="T1" fmla="*/ 0 h 23"/>
                <a:gd name="T2" fmla="*/ 14 w 38"/>
                <a:gd name="T3" fmla="*/ 23 h 23"/>
                <a:gd name="T4" fmla="*/ 0 w 38"/>
                <a:gd name="T5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38" y="0"/>
                  </a:moveTo>
                  <a:lnTo>
                    <a:pt x="14" y="23"/>
                  </a:lnTo>
                  <a:lnTo>
                    <a:pt x="0" y="9"/>
                  </a:ln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4" name="Freeform 313">
              <a:extLst>
                <a:ext uri="{FF2B5EF4-FFF2-40B4-BE49-F238E27FC236}">
                  <a16:creationId xmlns:a16="http://schemas.microsoft.com/office/drawing/2014/main" id="{40071169-1B90-2E5C-B3F8-9C6736840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600" y="2352676"/>
              <a:ext cx="60325" cy="36513"/>
            </a:xfrm>
            <a:custGeom>
              <a:avLst/>
              <a:gdLst>
                <a:gd name="T0" fmla="*/ 38 w 38"/>
                <a:gd name="T1" fmla="*/ 0 h 23"/>
                <a:gd name="T2" fmla="*/ 14 w 38"/>
                <a:gd name="T3" fmla="*/ 23 h 23"/>
                <a:gd name="T4" fmla="*/ 0 w 38"/>
                <a:gd name="T5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38" y="0"/>
                  </a:moveTo>
                  <a:lnTo>
                    <a:pt x="14" y="23"/>
                  </a:lnTo>
                  <a:lnTo>
                    <a:pt x="0" y="9"/>
                  </a:ln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5" name="Freeform 314">
              <a:extLst>
                <a:ext uri="{FF2B5EF4-FFF2-40B4-BE49-F238E27FC236}">
                  <a16:creationId xmlns:a16="http://schemas.microsoft.com/office/drawing/2014/main" id="{7445F3E2-D41E-B5AF-99DD-1A524DF82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9563" y="2171701"/>
              <a:ext cx="241300" cy="315913"/>
            </a:xfrm>
            <a:custGeom>
              <a:avLst/>
              <a:gdLst>
                <a:gd name="T0" fmla="*/ 81 w 152"/>
                <a:gd name="T1" fmla="*/ 199 h 199"/>
                <a:gd name="T2" fmla="*/ 0 w 152"/>
                <a:gd name="T3" fmla="*/ 199 h 199"/>
                <a:gd name="T4" fmla="*/ 0 w 152"/>
                <a:gd name="T5" fmla="*/ 0 h 199"/>
                <a:gd name="T6" fmla="*/ 105 w 152"/>
                <a:gd name="T7" fmla="*/ 0 h 199"/>
                <a:gd name="T8" fmla="*/ 152 w 152"/>
                <a:gd name="T9" fmla="*/ 47 h 199"/>
                <a:gd name="T10" fmla="*/ 152 w 152"/>
                <a:gd name="T11" fmla="*/ 118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" h="199">
                  <a:moveTo>
                    <a:pt x="81" y="199"/>
                  </a:moveTo>
                  <a:lnTo>
                    <a:pt x="0" y="199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52" y="47"/>
                  </a:lnTo>
                  <a:lnTo>
                    <a:pt x="152" y="118"/>
                  </a:ln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6" name="Freeform 315">
              <a:extLst>
                <a:ext uri="{FF2B5EF4-FFF2-40B4-BE49-F238E27FC236}">
                  <a16:creationId xmlns:a16="http://schemas.microsoft.com/office/drawing/2014/main" id="{3B6C4BF5-8B76-8B82-C592-0D03E6B71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250" y="2171701"/>
              <a:ext cx="74613" cy="74613"/>
            </a:xfrm>
            <a:custGeom>
              <a:avLst/>
              <a:gdLst>
                <a:gd name="T0" fmla="*/ 0 w 47"/>
                <a:gd name="T1" fmla="*/ 0 h 47"/>
                <a:gd name="T2" fmla="*/ 0 w 47"/>
                <a:gd name="T3" fmla="*/ 47 h 47"/>
                <a:gd name="T4" fmla="*/ 47 w 47"/>
                <a:gd name="T5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47">
                  <a:moveTo>
                    <a:pt x="0" y="0"/>
                  </a:moveTo>
                  <a:lnTo>
                    <a:pt x="0" y="47"/>
                  </a:lnTo>
                  <a:lnTo>
                    <a:pt x="47" y="47"/>
                  </a:ln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2795369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119336" y="116632"/>
            <a:ext cx="9433047" cy="1116787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CA" sz="3200" dirty="0"/>
              <a:t>Aderência Estratégica</a:t>
            </a:r>
            <a:br>
              <a:rPr lang="en-CA" sz="3200" dirty="0"/>
            </a:br>
            <a:r>
              <a:rPr lang="en-US" sz="1800" b="0" i="1" dirty="0"/>
              <a:t>O Feedlot App tem alta aderência às Prioridades Estratégicas da Trouw Nutrition</a:t>
            </a:r>
            <a:endParaRPr lang="en-CA" sz="3200" b="0" i="1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FEE3EA-3D4A-DD54-6A99-1DD5E326C4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43472" y="1628800"/>
            <a:ext cx="10441160" cy="439248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CA" sz="2000" dirty="0"/>
              <a:t>Visão: ser o parceiro líder </a:t>
            </a:r>
            <a:r>
              <a:rPr lang="en-US" sz="2000" dirty="0"/>
              <a:t>em Soluções Funcionais e Nutricionais para produção sustentável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Gerar Sales Profit a partir de Inovações (Produtos e Serviços)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Ampliar a presença em Ruminantes Corte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Investir em Transformação Digital / Agro 4.0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Crescimento em Clientes A+ e B+ (grandes confinamentos)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Programa de sustentabilidade / Pegada de carbono</a:t>
            </a:r>
            <a:endParaRPr lang="en-CA" sz="2000" dirty="0"/>
          </a:p>
        </p:txBody>
      </p:sp>
      <p:pic>
        <p:nvPicPr>
          <p:cNvPr id="1026" name="Picture 2" descr="Check mark - Free shapes and symbols icons">
            <a:extLst>
              <a:ext uri="{FF2B5EF4-FFF2-40B4-BE49-F238E27FC236}">
                <a16:creationId xmlns:a16="http://schemas.microsoft.com/office/drawing/2014/main" id="{745D0131-18D1-EB1F-1C27-306580B5B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1772816"/>
            <a:ext cx="501028" cy="50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Check mark - Free shapes and symbols icons">
            <a:extLst>
              <a:ext uri="{FF2B5EF4-FFF2-40B4-BE49-F238E27FC236}">
                <a16:creationId xmlns:a16="http://schemas.microsoft.com/office/drawing/2014/main" id="{6E600F9D-F252-5CC2-D3ED-0E7BEDB13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2430936"/>
            <a:ext cx="501028" cy="50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eck mark - Free shapes and symbols icons">
            <a:extLst>
              <a:ext uri="{FF2B5EF4-FFF2-40B4-BE49-F238E27FC236}">
                <a16:creationId xmlns:a16="http://schemas.microsoft.com/office/drawing/2014/main" id="{64235D31-1502-182E-F61D-512DBA60B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3142183"/>
            <a:ext cx="501028" cy="50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Check mark - Free shapes and symbols icons">
            <a:extLst>
              <a:ext uri="{FF2B5EF4-FFF2-40B4-BE49-F238E27FC236}">
                <a16:creationId xmlns:a16="http://schemas.microsoft.com/office/drawing/2014/main" id="{D57F550C-550F-454B-DF8F-102C4ACFC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71" y="3853430"/>
            <a:ext cx="501028" cy="50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Check mark - Free shapes and symbols icons">
            <a:extLst>
              <a:ext uri="{FF2B5EF4-FFF2-40B4-BE49-F238E27FC236}">
                <a16:creationId xmlns:a16="http://schemas.microsoft.com/office/drawing/2014/main" id="{8B2E8C39-7B00-549F-08CD-8973D0FFD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4564677"/>
            <a:ext cx="501028" cy="50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Check mark - Free shapes and symbols icons">
            <a:extLst>
              <a:ext uri="{FF2B5EF4-FFF2-40B4-BE49-F238E27FC236}">
                <a16:creationId xmlns:a16="http://schemas.microsoft.com/office/drawing/2014/main" id="{30444A6B-DCA6-CB73-C79D-ACF415517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5202919"/>
            <a:ext cx="501028" cy="50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3448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FEF189CE-319A-F48D-F713-FB67B1CD99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496371"/>
              </p:ext>
            </p:extLst>
          </p:nvPr>
        </p:nvGraphicFramePr>
        <p:xfrm>
          <a:off x="839702" y="2057400"/>
          <a:ext cx="1015312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119336" y="116632"/>
            <a:ext cx="9433047" cy="1116787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/>
              <a:t>Confinamento é receita importante para a TNB</a:t>
            </a:r>
            <a:br>
              <a:rPr lang="en-CA" sz="3200" dirty="0"/>
            </a:br>
            <a:r>
              <a:rPr lang="en-US" sz="1800" b="0" i="1" dirty="0"/>
              <a:t>Os 100 maiores clientes de confinamento representam 9,5% do nosso Sales Profit TOTAL DE CORTE</a:t>
            </a:r>
            <a:endParaRPr lang="en-CA" sz="3200" b="0" i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7CD0D1A-9E75-800A-BAB1-AE0ECE1FE69B}"/>
              </a:ext>
            </a:extLst>
          </p:cNvPr>
          <p:cNvSpPr txBox="1"/>
          <p:nvPr/>
        </p:nvSpPr>
        <p:spPr>
          <a:xfrm>
            <a:off x="9966056" y="2634158"/>
            <a:ext cx="587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i="1">
                <a:solidFill>
                  <a:schemeClr val="accent1"/>
                </a:solidFill>
              </a:rPr>
              <a:t>100%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88405D-BB9E-E418-2073-F235D18002F1}"/>
              </a:ext>
            </a:extLst>
          </p:cNvPr>
          <p:cNvSpPr txBox="1"/>
          <p:nvPr/>
        </p:nvSpPr>
        <p:spPr>
          <a:xfrm>
            <a:off x="4952565" y="3121223"/>
            <a:ext cx="495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i="1">
                <a:solidFill>
                  <a:schemeClr val="accent1"/>
                </a:solidFill>
              </a:rPr>
              <a:t>19%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0BB4151-B8B7-2C50-3923-35DC3D216388}"/>
              </a:ext>
            </a:extLst>
          </p:cNvPr>
          <p:cNvSpPr txBox="1"/>
          <p:nvPr/>
        </p:nvSpPr>
        <p:spPr>
          <a:xfrm>
            <a:off x="4861895" y="3614277"/>
            <a:ext cx="495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i="1">
                <a:solidFill>
                  <a:schemeClr val="accent1"/>
                </a:solidFill>
              </a:rPr>
              <a:t>15%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82626D3-EB70-3877-C04C-074F4411EC29}"/>
              </a:ext>
            </a:extLst>
          </p:cNvPr>
          <p:cNvSpPr txBox="1"/>
          <p:nvPr/>
        </p:nvSpPr>
        <p:spPr>
          <a:xfrm>
            <a:off x="4483193" y="4118333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i="1">
                <a:solidFill>
                  <a:schemeClr val="accent1"/>
                </a:solidFill>
              </a:rPr>
              <a:t>9.5%</a:t>
            </a:r>
          </a:p>
        </p:txBody>
      </p:sp>
    </p:spTree>
    <p:extLst>
      <p:ext uri="{BB962C8B-B14F-4D97-AF65-F5344CB8AC3E}">
        <p14:creationId xmlns:p14="http://schemas.microsoft.com/office/powerpoint/2010/main" val="222256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0D7817-27CB-2E7E-0B74-7FCF05A13A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Título 4">
            <a:extLst>
              <a:ext uri="{FF2B5EF4-FFF2-40B4-BE49-F238E27FC236}">
                <a16:creationId xmlns:a16="http://schemas.microsoft.com/office/drawing/2014/main" id="{B2C8CAFF-EA70-3030-4491-63C21434B4DE}"/>
              </a:ext>
            </a:extLst>
          </p:cNvPr>
          <p:cNvSpPr txBox="1">
            <a:spLocks/>
          </p:cNvSpPr>
          <p:nvPr/>
        </p:nvSpPr>
        <p:spPr>
          <a:xfrm>
            <a:off x="119336" y="116632"/>
            <a:ext cx="9781748" cy="1116787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/>
              <a:t>Estamos perdendo clientes!</a:t>
            </a:r>
            <a:br>
              <a:rPr lang="en-CA" sz="3200" dirty="0"/>
            </a:br>
            <a:r>
              <a:rPr lang="en-US" sz="1800" b="0" i="1" dirty="0"/>
              <a:t>Eles estão migrando principalmente para Cargill e DSM, por causa do melhor suporte oferecido pela plataforma/software.</a:t>
            </a:r>
            <a:endParaRPr lang="en-CA" sz="3200" b="0" i="1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84535B4-27B6-5184-C29D-A321DD220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447" y="1493196"/>
            <a:ext cx="9355107" cy="228236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3E69780-3F47-C750-ABE7-339B3092B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447" y="3862125"/>
            <a:ext cx="9355106" cy="1024028"/>
          </a:xfrm>
          <a:prstGeom prst="rect">
            <a:avLst/>
          </a:prstGeom>
        </p:spPr>
      </p:pic>
      <p:sp>
        <p:nvSpPr>
          <p:cNvPr id="2" name="Espaço Reservado para Texto 3">
            <a:extLst>
              <a:ext uri="{FF2B5EF4-FFF2-40B4-BE49-F238E27FC236}">
                <a16:creationId xmlns:a16="http://schemas.microsoft.com/office/drawing/2014/main" id="{F4ABE344-049E-0B58-E497-27B100AE27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5925" y="5145931"/>
            <a:ext cx="11250794" cy="1116787"/>
          </a:xfrm>
        </p:spPr>
        <p:txBody>
          <a:bodyPr/>
          <a:lstStyle/>
          <a:p>
            <a:r>
              <a:rPr lang="en-US" dirty="0"/>
              <a:t>Para enfrentar esses desafios, liberamos licenças TGC para um número limitado de clientes. Porém, esbarramos em restrições de orçamento por causa dos custos do TGC e, o que é mais preocupante, nossos clientes se mostram insatisfeitos com as funcionalidades do aplicativo e com o suporte do fornecedor.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81727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119336" y="116632"/>
            <a:ext cx="9433047" cy="1116787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/>
              <a:t>Objetivos do Projeto</a:t>
            </a:r>
            <a:br>
              <a:rPr lang="en-CA" sz="3200"/>
            </a:br>
            <a:r>
              <a:rPr lang="en-US" sz="1800" b="0" i="1"/>
              <a:t>Com o desenvolvimento do Feedlot App, vamos entregar 4 benefícios principais ao negócio da TNB.</a:t>
            </a:r>
            <a:endParaRPr lang="en-CA" sz="3200" b="0" i="1"/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1F76DCD9-4EB6-3B83-BAFD-95D6CE4EB64A}"/>
              </a:ext>
            </a:extLst>
          </p:cNvPr>
          <p:cNvSpPr>
            <a:spLocks noChangeShapeType="1"/>
          </p:cNvSpPr>
          <p:nvPr/>
        </p:nvSpPr>
        <p:spPr bwMode="auto">
          <a:xfrm rot="18900000">
            <a:off x="5914440" y="2851844"/>
            <a:ext cx="0" cy="0"/>
          </a:xfrm>
          <a:prstGeom prst="line">
            <a:avLst/>
          </a:prstGeom>
          <a:noFill/>
          <a:ln w="15875" cap="flat">
            <a:solidFill>
              <a:srgbClr val="231F20"/>
            </a:solidFill>
            <a:prstDash val="solid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 kern="0">
              <a:solidFill>
                <a:prstClr val="black"/>
              </a:solidFill>
            </a:endParaRPr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1C154973-36B7-8247-5FCF-61ABE8ADD461}"/>
              </a:ext>
            </a:extLst>
          </p:cNvPr>
          <p:cNvGrpSpPr/>
          <p:nvPr/>
        </p:nvGrpSpPr>
        <p:grpSpPr>
          <a:xfrm>
            <a:off x="3617926" y="1554251"/>
            <a:ext cx="4593028" cy="4597848"/>
            <a:chOff x="3657600" y="1181940"/>
            <a:chExt cx="4876800" cy="4881918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E4B2645B-87BD-3850-112A-9912D20BE8CE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4112160" y="1181940"/>
              <a:ext cx="2466836" cy="3409445"/>
            </a:xfrm>
            <a:custGeom>
              <a:avLst/>
              <a:gdLst>
                <a:gd name="T0" fmla="*/ 233 w 467"/>
                <a:gd name="T1" fmla="*/ 0 h 646"/>
                <a:gd name="T2" fmla="*/ 0 w 467"/>
                <a:gd name="T3" fmla="*/ 232 h 646"/>
                <a:gd name="T4" fmla="*/ 10 w 467"/>
                <a:gd name="T5" fmla="*/ 299 h 646"/>
                <a:gd name="T6" fmla="*/ 73 w 467"/>
                <a:gd name="T7" fmla="*/ 400 h 646"/>
                <a:gd name="T8" fmla="*/ 73 w 467"/>
                <a:gd name="T9" fmla="*/ 401 h 646"/>
                <a:gd name="T10" fmla="*/ 119 w 467"/>
                <a:gd name="T11" fmla="*/ 522 h 646"/>
                <a:gd name="T12" fmla="*/ 79 w 467"/>
                <a:gd name="T13" fmla="*/ 636 h 646"/>
                <a:gd name="T14" fmla="*/ 84 w 467"/>
                <a:gd name="T15" fmla="*/ 646 h 646"/>
                <a:gd name="T16" fmla="*/ 169 w 467"/>
                <a:gd name="T17" fmla="*/ 586 h 646"/>
                <a:gd name="T18" fmla="*/ 178 w 467"/>
                <a:gd name="T19" fmla="*/ 522 h 646"/>
                <a:gd name="T20" fmla="*/ 169 w 467"/>
                <a:gd name="T21" fmla="*/ 456 h 646"/>
                <a:gd name="T22" fmla="*/ 98 w 467"/>
                <a:gd name="T23" fmla="*/ 342 h 646"/>
                <a:gd name="T24" fmla="*/ 59 w 467"/>
                <a:gd name="T25" fmla="*/ 232 h 646"/>
                <a:gd name="T26" fmla="*/ 233 w 467"/>
                <a:gd name="T27" fmla="*/ 59 h 646"/>
                <a:gd name="T28" fmla="*/ 408 w 467"/>
                <a:gd name="T29" fmla="*/ 232 h 646"/>
                <a:gd name="T30" fmla="*/ 361 w 467"/>
                <a:gd name="T31" fmla="*/ 351 h 646"/>
                <a:gd name="T32" fmla="*/ 457 w 467"/>
                <a:gd name="T33" fmla="*/ 299 h 646"/>
                <a:gd name="T34" fmla="*/ 467 w 467"/>
                <a:gd name="T35" fmla="*/ 232 h 646"/>
                <a:gd name="T36" fmla="*/ 233 w 467"/>
                <a:gd name="T37" fmla="*/ 0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7" h="646">
                  <a:moveTo>
                    <a:pt x="233" y="0"/>
                  </a:moveTo>
                  <a:cubicBezTo>
                    <a:pt x="105" y="0"/>
                    <a:pt x="0" y="104"/>
                    <a:pt x="0" y="232"/>
                  </a:cubicBezTo>
                  <a:cubicBezTo>
                    <a:pt x="0" y="255"/>
                    <a:pt x="3" y="278"/>
                    <a:pt x="10" y="299"/>
                  </a:cubicBezTo>
                  <a:cubicBezTo>
                    <a:pt x="21" y="338"/>
                    <a:pt x="43" y="373"/>
                    <a:pt x="73" y="400"/>
                  </a:cubicBezTo>
                  <a:cubicBezTo>
                    <a:pt x="73" y="401"/>
                    <a:pt x="73" y="401"/>
                    <a:pt x="73" y="401"/>
                  </a:cubicBezTo>
                  <a:cubicBezTo>
                    <a:pt x="102" y="432"/>
                    <a:pt x="119" y="476"/>
                    <a:pt x="119" y="522"/>
                  </a:cubicBezTo>
                  <a:cubicBezTo>
                    <a:pt x="119" y="565"/>
                    <a:pt x="105" y="605"/>
                    <a:pt x="79" y="636"/>
                  </a:cubicBezTo>
                  <a:cubicBezTo>
                    <a:pt x="84" y="646"/>
                    <a:pt x="84" y="646"/>
                    <a:pt x="84" y="646"/>
                  </a:cubicBezTo>
                  <a:cubicBezTo>
                    <a:pt x="110" y="624"/>
                    <a:pt x="136" y="596"/>
                    <a:pt x="169" y="586"/>
                  </a:cubicBezTo>
                  <a:cubicBezTo>
                    <a:pt x="175" y="566"/>
                    <a:pt x="178" y="544"/>
                    <a:pt x="178" y="522"/>
                  </a:cubicBezTo>
                  <a:cubicBezTo>
                    <a:pt x="178" y="499"/>
                    <a:pt x="175" y="477"/>
                    <a:pt x="169" y="456"/>
                  </a:cubicBezTo>
                  <a:cubicBezTo>
                    <a:pt x="156" y="413"/>
                    <a:pt x="131" y="370"/>
                    <a:pt x="98" y="342"/>
                  </a:cubicBezTo>
                  <a:cubicBezTo>
                    <a:pt x="74" y="312"/>
                    <a:pt x="59" y="274"/>
                    <a:pt x="59" y="232"/>
                  </a:cubicBezTo>
                  <a:cubicBezTo>
                    <a:pt x="59" y="136"/>
                    <a:pt x="137" y="59"/>
                    <a:pt x="233" y="59"/>
                  </a:cubicBezTo>
                  <a:cubicBezTo>
                    <a:pt x="330" y="59"/>
                    <a:pt x="408" y="136"/>
                    <a:pt x="408" y="232"/>
                  </a:cubicBezTo>
                  <a:cubicBezTo>
                    <a:pt x="408" y="278"/>
                    <a:pt x="390" y="320"/>
                    <a:pt x="361" y="351"/>
                  </a:cubicBezTo>
                  <a:cubicBezTo>
                    <a:pt x="361" y="351"/>
                    <a:pt x="422" y="309"/>
                    <a:pt x="457" y="299"/>
                  </a:cubicBezTo>
                  <a:cubicBezTo>
                    <a:pt x="463" y="278"/>
                    <a:pt x="467" y="255"/>
                    <a:pt x="467" y="232"/>
                  </a:cubicBezTo>
                  <a:cubicBezTo>
                    <a:pt x="467" y="104"/>
                    <a:pt x="362" y="0"/>
                    <a:pt x="233" y="0"/>
                  </a:cubicBezTo>
                  <a:close/>
                </a:path>
              </a:pathLst>
            </a:custGeom>
            <a:solidFill>
              <a:srgbClr val="246C97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kern="0">
                <a:solidFill>
                  <a:prstClr val="black"/>
                </a:solidFill>
              </a:endParaRPr>
            </a:p>
          </p:txBody>
        </p: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9DED8CB3-40C8-F77B-1ACC-64D9AC6241CE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5603572" y="2692294"/>
              <a:ext cx="2466836" cy="3371564"/>
            </a:xfrm>
            <a:custGeom>
              <a:avLst/>
              <a:gdLst>
                <a:gd name="T0" fmla="*/ 458 w 467"/>
                <a:gd name="T1" fmla="*/ 343 h 639"/>
                <a:gd name="T2" fmla="*/ 448 w 467"/>
                <a:gd name="T3" fmla="*/ 340 h 639"/>
                <a:gd name="T4" fmla="*/ 458 w 467"/>
                <a:gd name="T5" fmla="*/ 343 h 639"/>
                <a:gd name="T6" fmla="*/ 399 w 467"/>
                <a:gd name="T7" fmla="*/ 243 h 639"/>
                <a:gd name="T8" fmla="*/ 399 w 467"/>
                <a:gd name="T9" fmla="*/ 243 h 639"/>
                <a:gd name="T10" fmla="*/ 348 w 467"/>
                <a:gd name="T11" fmla="*/ 119 h 639"/>
                <a:gd name="T12" fmla="*/ 394 w 467"/>
                <a:gd name="T13" fmla="*/ 2 h 639"/>
                <a:gd name="T14" fmla="*/ 391 w 467"/>
                <a:gd name="T15" fmla="*/ 0 h 639"/>
                <a:gd name="T16" fmla="*/ 299 w 467"/>
                <a:gd name="T17" fmla="*/ 52 h 639"/>
                <a:gd name="T18" fmla="*/ 289 w 467"/>
                <a:gd name="T19" fmla="*/ 119 h 639"/>
                <a:gd name="T20" fmla="*/ 298 w 467"/>
                <a:gd name="T21" fmla="*/ 183 h 639"/>
                <a:gd name="T22" fmla="*/ 346 w 467"/>
                <a:gd name="T23" fmla="*/ 271 h 639"/>
                <a:gd name="T24" fmla="*/ 346 w 467"/>
                <a:gd name="T25" fmla="*/ 271 h 639"/>
                <a:gd name="T26" fmla="*/ 346 w 467"/>
                <a:gd name="T27" fmla="*/ 272 h 639"/>
                <a:gd name="T28" fmla="*/ 368 w 467"/>
                <a:gd name="T29" fmla="*/ 294 h 639"/>
                <a:gd name="T30" fmla="*/ 408 w 467"/>
                <a:gd name="T31" fmla="*/ 407 h 639"/>
                <a:gd name="T32" fmla="*/ 233 w 467"/>
                <a:gd name="T33" fmla="*/ 580 h 639"/>
                <a:gd name="T34" fmla="*/ 59 w 467"/>
                <a:gd name="T35" fmla="*/ 407 h 639"/>
                <a:gd name="T36" fmla="*/ 110 w 467"/>
                <a:gd name="T37" fmla="*/ 284 h 639"/>
                <a:gd name="T38" fmla="*/ 109 w 467"/>
                <a:gd name="T39" fmla="*/ 282 h 639"/>
                <a:gd name="T40" fmla="*/ 9 w 467"/>
                <a:gd name="T41" fmla="*/ 342 h 639"/>
                <a:gd name="T42" fmla="*/ 0 w 467"/>
                <a:gd name="T43" fmla="*/ 407 h 639"/>
                <a:gd name="T44" fmla="*/ 233 w 467"/>
                <a:gd name="T45" fmla="*/ 639 h 639"/>
                <a:gd name="T46" fmla="*/ 467 w 467"/>
                <a:gd name="T47" fmla="*/ 407 h 639"/>
                <a:gd name="T48" fmla="*/ 458 w 467"/>
                <a:gd name="T49" fmla="*/ 343 h 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7" h="639">
                  <a:moveTo>
                    <a:pt x="458" y="343"/>
                  </a:moveTo>
                  <a:cubicBezTo>
                    <a:pt x="455" y="342"/>
                    <a:pt x="452" y="341"/>
                    <a:pt x="448" y="340"/>
                  </a:cubicBezTo>
                  <a:cubicBezTo>
                    <a:pt x="452" y="341"/>
                    <a:pt x="455" y="342"/>
                    <a:pt x="458" y="343"/>
                  </a:cubicBezTo>
                  <a:cubicBezTo>
                    <a:pt x="447" y="305"/>
                    <a:pt x="426" y="271"/>
                    <a:pt x="399" y="243"/>
                  </a:cubicBezTo>
                  <a:cubicBezTo>
                    <a:pt x="399" y="243"/>
                    <a:pt x="399" y="243"/>
                    <a:pt x="399" y="243"/>
                  </a:cubicBezTo>
                  <a:cubicBezTo>
                    <a:pt x="367" y="212"/>
                    <a:pt x="348" y="168"/>
                    <a:pt x="348" y="119"/>
                  </a:cubicBezTo>
                  <a:cubicBezTo>
                    <a:pt x="348" y="74"/>
                    <a:pt x="365" y="33"/>
                    <a:pt x="394" y="2"/>
                  </a:cubicBezTo>
                  <a:cubicBezTo>
                    <a:pt x="391" y="0"/>
                    <a:pt x="391" y="0"/>
                    <a:pt x="391" y="0"/>
                  </a:cubicBezTo>
                  <a:cubicBezTo>
                    <a:pt x="365" y="24"/>
                    <a:pt x="333" y="42"/>
                    <a:pt x="299" y="52"/>
                  </a:cubicBezTo>
                  <a:cubicBezTo>
                    <a:pt x="292" y="74"/>
                    <a:pt x="289" y="96"/>
                    <a:pt x="289" y="119"/>
                  </a:cubicBezTo>
                  <a:cubicBezTo>
                    <a:pt x="289" y="141"/>
                    <a:pt x="292" y="163"/>
                    <a:pt x="298" y="183"/>
                  </a:cubicBezTo>
                  <a:cubicBezTo>
                    <a:pt x="307" y="216"/>
                    <a:pt x="324" y="246"/>
                    <a:pt x="346" y="271"/>
                  </a:cubicBezTo>
                  <a:cubicBezTo>
                    <a:pt x="346" y="271"/>
                    <a:pt x="346" y="271"/>
                    <a:pt x="346" y="271"/>
                  </a:cubicBezTo>
                  <a:cubicBezTo>
                    <a:pt x="346" y="271"/>
                    <a:pt x="346" y="271"/>
                    <a:pt x="346" y="272"/>
                  </a:cubicBezTo>
                  <a:cubicBezTo>
                    <a:pt x="353" y="279"/>
                    <a:pt x="360" y="287"/>
                    <a:pt x="368" y="294"/>
                  </a:cubicBezTo>
                  <a:cubicBezTo>
                    <a:pt x="393" y="324"/>
                    <a:pt x="408" y="364"/>
                    <a:pt x="408" y="407"/>
                  </a:cubicBezTo>
                  <a:cubicBezTo>
                    <a:pt x="408" y="503"/>
                    <a:pt x="330" y="580"/>
                    <a:pt x="233" y="580"/>
                  </a:cubicBezTo>
                  <a:cubicBezTo>
                    <a:pt x="137" y="580"/>
                    <a:pt x="59" y="503"/>
                    <a:pt x="59" y="407"/>
                  </a:cubicBezTo>
                  <a:cubicBezTo>
                    <a:pt x="59" y="359"/>
                    <a:pt x="78" y="315"/>
                    <a:pt x="110" y="284"/>
                  </a:cubicBezTo>
                  <a:cubicBezTo>
                    <a:pt x="109" y="282"/>
                    <a:pt x="109" y="282"/>
                    <a:pt x="109" y="282"/>
                  </a:cubicBezTo>
                  <a:cubicBezTo>
                    <a:pt x="82" y="310"/>
                    <a:pt x="47" y="331"/>
                    <a:pt x="9" y="342"/>
                  </a:cubicBezTo>
                  <a:cubicBezTo>
                    <a:pt x="3" y="363"/>
                    <a:pt x="0" y="384"/>
                    <a:pt x="0" y="407"/>
                  </a:cubicBezTo>
                  <a:cubicBezTo>
                    <a:pt x="0" y="535"/>
                    <a:pt x="105" y="639"/>
                    <a:pt x="233" y="639"/>
                  </a:cubicBezTo>
                  <a:cubicBezTo>
                    <a:pt x="362" y="639"/>
                    <a:pt x="467" y="535"/>
                    <a:pt x="467" y="407"/>
                  </a:cubicBezTo>
                  <a:cubicBezTo>
                    <a:pt x="467" y="385"/>
                    <a:pt x="464" y="363"/>
                    <a:pt x="458" y="343"/>
                  </a:cubicBezTo>
                  <a:close/>
                </a:path>
              </a:pathLst>
            </a:custGeom>
            <a:solidFill>
              <a:srgbClr val="26B2CE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kern="0">
                <a:solidFill>
                  <a:prstClr val="black"/>
                </a:solidFill>
              </a:endParaRPr>
            </a:p>
          </p:txBody>
        </p:sp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3608DDDE-1DAB-807F-54E3-9F12BB05DB14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5169521" y="1642599"/>
              <a:ext cx="3364879" cy="2453465"/>
            </a:xfrm>
            <a:custGeom>
              <a:avLst/>
              <a:gdLst>
                <a:gd name="T0" fmla="*/ 403 w 637"/>
                <a:gd name="T1" fmla="*/ 0 h 465"/>
                <a:gd name="T2" fmla="*/ 338 w 637"/>
                <a:gd name="T3" fmla="*/ 9 h 465"/>
                <a:gd name="T4" fmla="*/ 242 w 637"/>
                <a:gd name="T5" fmla="*/ 61 h 465"/>
                <a:gd name="T6" fmla="*/ 114 w 637"/>
                <a:gd name="T7" fmla="*/ 116 h 465"/>
                <a:gd name="T8" fmla="*/ 0 w 637"/>
                <a:gd name="T9" fmla="*/ 74 h 465"/>
                <a:gd name="T10" fmla="*/ 50 w 637"/>
                <a:gd name="T11" fmla="*/ 166 h 465"/>
                <a:gd name="T12" fmla="*/ 114 w 637"/>
                <a:gd name="T13" fmla="*/ 175 h 465"/>
                <a:gd name="T14" fmla="*/ 180 w 637"/>
                <a:gd name="T15" fmla="*/ 165 h 465"/>
                <a:gd name="T16" fmla="*/ 274 w 637"/>
                <a:gd name="T17" fmla="*/ 116 h 465"/>
                <a:gd name="T18" fmla="*/ 285 w 637"/>
                <a:gd name="T19" fmla="*/ 105 h 465"/>
                <a:gd name="T20" fmla="*/ 403 w 637"/>
                <a:gd name="T21" fmla="*/ 59 h 465"/>
                <a:gd name="T22" fmla="*/ 578 w 637"/>
                <a:gd name="T23" fmla="*/ 232 h 465"/>
                <a:gd name="T24" fmla="*/ 403 w 637"/>
                <a:gd name="T25" fmla="*/ 406 h 465"/>
                <a:gd name="T26" fmla="*/ 281 w 637"/>
                <a:gd name="T27" fmla="*/ 356 h 465"/>
                <a:gd name="T28" fmla="*/ 280 w 637"/>
                <a:gd name="T29" fmla="*/ 356 h 465"/>
                <a:gd name="T30" fmla="*/ 280 w 637"/>
                <a:gd name="T31" fmla="*/ 356 h 465"/>
                <a:gd name="T32" fmla="*/ 339 w 637"/>
                <a:gd name="T33" fmla="*/ 456 h 465"/>
                <a:gd name="T34" fmla="*/ 403 w 637"/>
                <a:gd name="T35" fmla="*/ 465 h 465"/>
                <a:gd name="T36" fmla="*/ 637 w 637"/>
                <a:gd name="T37" fmla="*/ 232 h 465"/>
                <a:gd name="T38" fmla="*/ 403 w 637"/>
                <a:gd name="T39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37" h="465">
                  <a:moveTo>
                    <a:pt x="403" y="0"/>
                  </a:moveTo>
                  <a:cubicBezTo>
                    <a:pt x="381" y="0"/>
                    <a:pt x="359" y="3"/>
                    <a:pt x="338" y="9"/>
                  </a:cubicBezTo>
                  <a:cubicBezTo>
                    <a:pt x="303" y="19"/>
                    <a:pt x="242" y="61"/>
                    <a:pt x="242" y="61"/>
                  </a:cubicBezTo>
                  <a:cubicBezTo>
                    <a:pt x="210" y="95"/>
                    <a:pt x="165" y="116"/>
                    <a:pt x="114" y="116"/>
                  </a:cubicBezTo>
                  <a:cubicBezTo>
                    <a:pt x="71" y="116"/>
                    <a:pt x="31" y="100"/>
                    <a:pt x="0" y="74"/>
                  </a:cubicBezTo>
                  <a:cubicBezTo>
                    <a:pt x="23" y="100"/>
                    <a:pt x="40" y="133"/>
                    <a:pt x="50" y="166"/>
                  </a:cubicBezTo>
                  <a:cubicBezTo>
                    <a:pt x="70" y="171"/>
                    <a:pt x="92" y="175"/>
                    <a:pt x="114" y="175"/>
                  </a:cubicBezTo>
                  <a:cubicBezTo>
                    <a:pt x="137" y="175"/>
                    <a:pt x="159" y="171"/>
                    <a:pt x="180" y="165"/>
                  </a:cubicBezTo>
                  <a:cubicBezTo>
                    <a:pt x="214" y="155"/>
                    <a:pt x="248" y="139"/>
                    <a:pt x="274" y="116"/>
                  </a:cubicBezTo>
                  <a:cubicBezTo>
                    <a:pt x="278" y="112"/>
                    <a:pt x="282" y="108"/>
                    <a:pt x="285" y="105"/>
                  </a:cubicBezTo>
                  <a:cubicBezTo>
                    <a:pt x="316" y="76"/>
                    <a:pt x="358" y="59"/>
                    <a:pt x="403" y="59"/>
                  </a:cubicBezTo>
                  <a:cubicBezTo>
                    <a:pt x="500" y="59"/>
                    <a:pt x="578" y="136"/>
                    <a:pt x="578" y="232"/>
                  </a:cubicBezTo>
                  <a:cubicBezTo>
                    <a:pt x="578" y="328"/>
                    <a:pt x="500" y="406"/>
                    <a:pt x="403" y="406"/>
                  </a:cubicBezTo>
                  <a:cubicBezTo>
                    <a:pt x="355" y="406"/>
                    <a:pt x="312" y="387"/>
                    <a:pt x="281" y="356"/>
                  </a:cubicBezTo>
                  <a:cubicBezTo>
                    <a:pt x="280" y="356"/>
                    <a:pt x="280" y="356"/>
                    <a:pt x="280" y="356"/>
                  </a:cubicBezTo>
                  <a:cubicBezTo>
                    <a:pt x="280" y="356"/>
                    <a:pt x="280" y="356"/>
                    <a:pt x="280" y="356"/>
                  </a:cubicBezTo>
                  <a:cubicBezTo>
                    <a:pt x="307" y="384"/>
                    <a:pt x="328" y="418"/>
                    <a:pt x="339" y="456"/>
                  </a:cubicBezTo>
                  <a:cubicBezTo>
                    <a:pt x="359" y="462"/>
                    <a:pt x="381" y="465"/>
                    <a:pt x="403" y="465"/>
                  </a:cubicBezTo>
                  <a:cubicBezTo>
                    <a:pt x="532" y="465"/>
                    <a:pt x="637" y="360"/>
                    <a:pt x="637" y="232"/>
                  </a:cubicBezTo>
                  <a:cubicBezTo>
                    <a:pt x="637" y="104"/>
                    <a:pt x="532" y="0"/>
                    <a:pt x="403" y="0"/>
                  </a:cubicBezTo>
                  <a:close/>
                </a:path>
              </a:pathLst>
            </a:custGeom>
            <a:solidFill>
              <a:srgbClr val="71CBD0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kern="0">
                <a:solidFill>
                  <a:prstClr val="black"/>
                </a:solidFill>
              </a:endParaRPr>
            </a:p>
          </p:txBody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53A938DD-516C-3B07-0158-3BE54D666378}"/>
                </a:ext>
              </a:extLst>
            </p:cNvPr>
            <p:cNvSpPr>
              <a:spLocks noEditPoints="1"/>
            </p:cNvSpPr>
            <p:nvPr/>
          </p:nvSpPr>
          <p:spPr bwMode="auto">
            <a:xfrm rot="18900000">
              <a:off x="3657600" y="3161588"/>
              <a:ext cx="3338137" cy="2453465"/>
            </a:xfrm>
            <a:custGeom>
              <a:avLst/>
              <a:gdLst>
                <a:gd name="T0" fmla="*/ 586 w 632"/>
                <a:gd name="T1" fmla="*/ 304 h 465"/>
                <a:gd name="T2" fmla="*/ 584 w 632"/>
                <a:gd name="T3" fmla="*/ 297 h 465"/>
                <a:gd name="T4" fmla="*/ 519 w 632"/>
                <a:gd name="T5" fmla="*/ 288 h 465"/>
                <a:gd name="T6" fmla="*/ 453 w 632"/>
                <a:gd name="T7" fmla="*/ 298 h 465"/>
                <a:gd name="T8" fmla="*/ 340 w 632"/>
                <a:gd name="T9" fmla="*/ 373 h 465"/>
                <a:gd name="T10" fmla="*/ 234 w 632"/>
                <a:gd name="T11" fmla="*/ 406 h 465"/>
                <a:gd name="T12" fmla="*/ 59 w 632"/>
                <a:gd name="T13" fmla="*/ 233 h 465"/>
                <a:gd name="T14" fmla="*/ 234 w 632"/>
                <a:gd name="T15" fmla="*/ 59 h 465"/>
                <a:gd name="T16" fmla="*/ 357 w 632"/>
                <a:gd name="T17" fmla="*/ 110 h 465"/>
                <a:gd name="T18" fmla="*/ 357 w 632"/>
                <a:gd name="T19" fmla="*/ 110 h 465"/>
                <a:gd name="T20" fmla="*/ 357 w 632"/>
                <a:gd name="T21" fmla="*/ 110 h 465"/>
                <a:gd name="T22" fmla="*/ 296 w 632"/>
                <a:gd name="T23" fmla="*/ 10 h 465"/>
                <a:gd name="T24" fmla="*/ 295 w 632"/>
                <a:gd name="T25" fmla="*/ 9 h 465"/>
                <a:gd name="T26" fmla="*/ 234 w 632"/>
                <a:gd name="T27" fmla="*/ 0 h 465"/>
                <a:gd name="T28" fmla="*/ 0 w 632"/>
                <a:gd name="T29" fmla="*/ 233 h 465"/>
                <a:gd name="T30" fmla="*/ 234 w 632"/>
                <a:gd name="T31" fmla="*/ 465 h 465"/>
                <a:gd name="T32" fmla="*/ 299 w 632"/>
                <a:gd name="T33" fmla="*/ 456 h 465"/>
                <a:gd name="T34" fmla="*/ 300 w 632"/>
                <a:gd name="T35" fmla="*/ 455 h 465"/>
                <a:gd name="T36" fmla="*/ 396 w 632"/>
                <a:gd name="T37" fmla="*/ 396 h 465"/>
                <a:gd name="T38" fmla="*/ 395 w 632"/>
                <a:gd name="T39" fmla="*/ 396 h 465"/>
                <a:gd name="T40" fmla="*/ 396 w 632"/>
                <a:gd name="T41" fmla="*/ 398 h 465"/>
                <a:gd name="T42" fmla="*/ 519 w 632"/>
                <a:gd name="T43" fmla="*/ 347 h 465"/>
                <a:gd name="T44" fmla="*/ 632 w 632"/>
                <a:gd name="T45" fmla="*/ 385 h 465"/>
                <a:gd name="T46" fmla="*/ 632 w 632"/>
                <a:gd name="T47" fmla="*/ 385 h 465"/>
                <a:gd name="T48" fmla="*/ 586 w 632"/>
                <a:gd name="T49" fmla="*/ 304 h 465"/>
                <a:gd name="T50" fmla="*/ 406 w 632"/>
                <a:gd name="T51" fmla="*/ 385 h 465"/>
                <a:gd name="T52" fmla="*/ 399 w 632"/>
                <a:gd name="T53" fmla="*/ 392 h 465"/>
                <a:gd name="T54" fmla="*/ 406 w 632"/>
                <a:gd name="T55" fmla="*/ 385 h 465"/>
                <a:gd name="T56" fmla="*/ 449 w 632"/>
                <a:gd name="T57" fmla="*/ 312 h 465"/>
                <a:gd name="T58" fmla="*/ 447 w 632"/>
                <a:gd name="T59" fmla="*/ 316 h 465"/>
                <a:gd name="T60" fmla="*/ 449 w 632"/>
                <a:gd name="T61" fmla="*/ 312 h 465"/>
                <a:gd name="T62" fmla="*/ 444 w 632"/>
                <a:gd name="T63" fmla="*/ 325 h 465"/>
                <a:gd name="T64" fmla="*/ 441 w 632"/>
                <a:gd name="T65" fmla="*/ 330 h 465"/>
                <a:gd name="T66" fmla="*/ 444 w 632"/>
                <a:gd name="T67" fmla="*/ 325 h 465"/>
                <a:gd name="T68" fmla="*/ 437 w 632"/>
                <a:gd name="T69" fmla="*/ 338 h 465"/>
                <a:gd name="T70" fmla="*/ 435 w 632"/>
                <a:gd name="T71" fmla="*/ 343 h 465"/>
                <a:gd name="T72" fmla="*/ 437 w 632"/>
                <a:gd name="T73" fmla="*/ 338 h 465"/>
                <a:gd name="T74" fmla="*/ 431 w 632"/>
                <a:gd name="T75" fmla="*/ 351 h 465"/>
                <a:gd name="T76" fmla="*/ 427 w 632"/>
                <a:gd name="T77" fmla="*/ 356 h 465"/>
                <a:gd name="T78" fmla="*/ 431 w 632"/>
                <a:gd name="T79" fmla="*/ 351 h 465"/>
                <a:gd name="T80" fmla="*/ 423 w 632"/>
                <a:gd name="T81" fmla="*/ 363 h 465"/>
                <a:gd name="T82" fmla="*/ 419 w 632"/>
                <a:gd name="T83" fmla="*/ 369 h 465"/>
                <a:gd name="T84" fmla="*/ 423 w 632"/>
                <a:gd name="T85" fmla="*/ 363 h 465"/>
                <a:gd name="T86" fmla="*/ 415 w 632"/>
                <a:gd name="T87" fmla="*/ 374 h 465"/>
                <a:gd name="T88" fmla="*/ 409 w 632"/>
                <a:gd name="T89" fmla="*/ 381 h 465"/>
                <a:gd name="T90" fmla="*/ 415 w 632"/>
                <a:gd name="T91" fmla="*/ 374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32" h="465">
                  <a:moveTo>
                    <a:pt x="586" y="304"/>
                  </a:moveTo>
                  <a:cubicBezTo>
                    <a:pt x="585" y="302"/>
                    <a:pt x="584" y="299"/>
                    <a:pt x="584" y="297"/>
                  </a:cubicBezTo>
                  <a:cubicBezTo>
                    <a:pt x="563" y="291"/>
                    <a:pt x="542" y="288"/>
                    <a:pt x="519" y="288"/>
                  </a:cubicBezTo>
                  <a:cubicBezTo>
                    <a:pt x="496" y="288"/>
                    <a:pt x="474" y="292"/>
                    <a:pt x="453" y="298"/>
                  </a:cubicBezTo>
                  <a:cubicBezTo>
                    <a:pt x="408" y="311"/>
                    <a:pt x="369" y="337"/>
                    <a:pt x="340" y="373"/>
                  </a:cubicBezTo>
                  <a:cubicBezTo>
                    <a:pt x="310" y="394"/>
                    <a:pt x="273" y="406"/>
                    <a:pt x="234" y="406"/>
                  </a:cubicBezTo>
                  <a:cubicBezTo>
                    <a:pt x="137" y="406"/>
                    <a:pt x="59" y="329"/>
                    <a:pt x="59" y="233"/>
                  </a:cubicBezTo>
                  <a:cubicBezTo>
                    <a:pt x="59" y="137"/>
                    <a:pt x="137" y="59"/>
                    <a:pt x="234" y="59"/>
                  </a:cubicBezTo>
                  <a:cubicBezTo>
                    <a:pt x="282" y="59"/>
                    <a:pt x="325" y="79"/>
                    <a:pt x="357" y="110"/>
                  </a:cubicBezTo>
                  <a:cubicBezTo>
                    <a:pt x="357" y="110"/>
                    <a:pt x="357" y="110"/>
                    <a:pt x="357" y="110"/>
                  </a:cubicBezTo>
                  <a:cubicBezTo>
                    <a:pt x="357" y="110"/>
                    <a:pt x="357" y="110"/>
                    <a:pt x="357" y="110"/>
                  </a:cubicBezTo>
                  <a:cubicBezTo>
                    <a:pt x="329" y="83"/>
                    <a:pt x="307" y="48"/>
                    <a:pt x="296" y="10"/>
                  </a:cubicBezTo>
                  <a:cubicBezTo>
                    <a:pt x="295" y="9"/>
                    <a:pt x="295" y="9"/>
                    <a:pt x="295" y="9"/>
                  </a:cubicBezTo>
                  <a:cubicBezTo>
                    <a:pt x="276" y="3"/>
                    <a:pt x="255" y="0"/>
                    <a:pt x="234" y="0"/>
                  </a:cubicBezTo>
                  <a:cubicBezTo>
                    <a:pt x="105" y="0"/>
                    <a:pt x="0" y="105"/>
                    <a:pt x="0" y="233"/>
                  </a:cubicBezTo>
                  <a:cubicBezTo>
                    <a:pt x="0" y="361"/>
                    <a:pt x="105" y="465"/>
                    <a:pt x="234" y="465"/>
                  </a:cubicBezTo>
                  <a:cubicBezTo>
                    <a:pt x="256" y="465"/>
                    <a:pt x="279" y="462"/>
                    <a:pt x="299" y="456"/>
                  </a:cubicBezTo>
                  <a:cubicBezTo>
                    <a:pt x="300" y="455"/>
                    <a:pt x="300" y="455"/>
                    <a:pt x="300" y="455"/>
                  </a:cubicBezTo>
                  <a:cubicBezTo>
                    <a:pt x="337" y="443"/>
                    <a:pt x="370" y="423"/>
                    <a:pt x="396" y="396"/>
                  </a:cubicBezTo>
                  <a:cubicBezTo>
                    <a:pt x="396" y="396"/>
                    <a:pt x="396" y="396"/>
                    <a:pt x="395" y="396"/>
                  </a:cubicBezTo>
                  <a:cubicBezTo>
                    <a:pt x="396" y="398"/>
                    <a:pt x="396" y="398"/>
                    <a:pt x="396" y="398"/>
                  </a:cubicBezTo>
                  <a:cubicBezTo>
                    <a:pt x="428" y="367"/>
                    <a:pt x="471" y="347"/>
                    <a:pt x="519" y="347"/>
                  </a:cubicBezTo>
                  <a:cubicBezTo>
                    <a:pt x="561" y="347"/>
                    <a:pt x="601" y="360"/>
                    <a:pt x="632" y="385"/>
                  </a:cubicBezTo>
                  <a:cubicBezTo>
                    <a:pt x="632" y="385"/>
                    <a:pt x="632" y="385"/>
                    <a:pt x="632" y="385"/>
                  </a:cubicBezTo>
                  <a:cubicBezTo>
                    <a:pt x="611" y="361"/>
                    <a:pt x="596" y="334"/>
                    <a:pt x="586" y="304"/>
                  </a:cubicBezTo>
                  <a:close/>
                  <a:moveTo>
                    <a:pt x="406" y="385"/>
                  </a:moveTo>
                  <a:cubicBezTo>
                    <a:pt x="403" y="388"/>
                    <a:pt x="401" y="390"/>
                    <a:pt x="399" y="392"/>
                  </a:cubicBezTo>
                  <a:cubicBezTo>
                    <a:pt x="401" y="390"/>
                    <a:pt x="403" y="388"/>
                    <a:pt x="406" y="385"/>
                  </a:cubicBezTo>
                  <a:close/>
                  <a:moveTo>
                    <a:pt x="449" y="312"/>
                  </a:moveTo>
                  <a:cubicBezTo>
                    <a:pt x="448" y="313"/>
                    <a:pt x="448" y="314"/>
                    <a:pt x="447" y="316"/>
                  </a:cubicBezTo>
                  <a:cubicBezTo>
                    <a:pt x="448" y="314"/>
                    <a:pt x="448" y="313"/>
                    <a:pt x="449" y="312"/>
                  </a:cubicBezTo>
                  <a:close/>
                  <a:moveTo>
                    <a:pt x="444" y="325"/>
                  </a:moveTo>
                  <a:cubicBezTo>
                    <a:pt x="443" y="327"/>
                    <a:pt x="442" y="328"/>
                    <a:pt x="441" y="330"/>
                  </a:cubicBezTo>
                  <a:cubicBezTo>
                    <a:pt x="442" y="328"/>
                    <a:pt x="443" y="327"/>
                    <a:pt x="444" y="325"/>
                  </a:cubicBezTo>
                  <a:close/>
                  <a:moveTo>
                    <a:pt x="437" y="338"/>
                  </a:moveTo>
                  <a:cubicBezTo>
                    <a:pt x="437" y="340"/>
                    <a:pt x="436" y="342"/>
                    <a:pt x="435" y="343"/>
                  </a:cubicBezTo>
                  <a:cubicBezTo>
                    <a:pt x="436" y="342"/>
                    <a:pt x="437" y="340"/>
                    <a:pt x="437" y="338"/>
                  </a:cubicBezTo>
                  <a:close/>
                  <a:moveTo>
                    <a:pt x="431" y="351"/>
                  </a:moveTo>
                  <a:cubicBezTo>
                    <a:pt x="429" y="353"/>
                    <a:pt x="428" y="354"/>
                    <a:pt x="427" y="356"/>
                  </a:cubicBezTo>
                  <a:cubicBezTo>
                    <a:pt x="428" y="354"/>
                    <a:pt x="429" y="353"/>
                    <a:pt x="431" y="351"/>
                  </a:cubicBezTo>
                  <a:close/>
                  <a:moveTo>
                    <a:pt x="423" y="363"/>
                  </a:moveTo>
                  <a:cubicBezTo>
                    <a:pt x="422" y="365"/>
                    <a:pt x="420" y="367"/>
                    <a:pt x="419" y="369"/>
                  </a:cubicBezTo>
                  <a:cubicBezTo>
                    <a:pt x="420" y="367"/>
                    <a:pt x="422" y="365"/>
                    <a:pt x="423" y="363"/>
                  </a:cubicBezTo>
                  <a:close/>
                  <a:moveTo>
                    <a:pt x="415" y="374"/>
                  </a:moveTo>
                  <a:cubicBezTo>
                    <a:pt x="413" y="376"/>
                    <a:pt x="411" y="379"/>
                    <a:pt x="409" y="381"/>
                  </a:cubicBezTo>
                  <a:cubicBezTo>
                    <a:pt x="411" y="379"/>
                    <a:pt x="413" y="376"/>
                    <a:pt x="415" y="374"/>
                  </a:cubicBezTo>
                  <a:close/>
                </a:path>
              </a:pathLst>
            </a:custGeom>
            <a:solidFill>
              <a:srgbClr val="0195BC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kern="0">
                <a:solidFill>
                  <a:srgbClr val="EF314C"/>
                </a:solidFill>
              </a:endParaRPr>
            </a:p>
          </p:txBody>
        </p:sp>
      </p:grpSp>
      <p:sp>
        <p:nvSpPr>
          <p:cNvPr id="13" name="TextBox 20">
            <a:extLst>
              <a:ext uri="{FF2B5EF4-FFF2-40B4-BE49-F238E27FC236}">
                <a16:creationId xmlns:a16="http://schemas.microsoft.com/office/drawing/2014/main" id="{0DE32EE3-1DE7-18F8-8B09-B288B95BF772}"/>
              </a:ext>
            </a:extLst>
          </p:cNvPr>
          <p:cNvSpPr txBox="1"/>
          <p:nvPr/>
        </p:nvSpPr>
        <p:spPr>
          <a:xfrm>
            <a:off x="8499232" y="2519330"/>
            <a:ext cx="3278460" cy="11621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262626"/>
                </a:solidFill>
              </a:rPr>
              <a:t>Implantar o aplicativo em quantos clientes quisermos (o limite será a equipe técnica, e não o custo de licenças)</a:t>
            </a: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C3B57313-899D-7C53-C62A-2F48715CAE51}"/>
              </a:ext>
            </a:extLst>
          </p:cNvPr>
          <p:cNvSpPr txBox="1"/>
          <p:nvPr/>
        </p:nvSpPr>
        <p:spPr>
          <a:xfrm>
            <a:off x="8518282" y="1797147"/>
            <a:ext cx="3456384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71CBD0"/>
                </a:solidFill>
                <a:latin typeface="+mj-lt"/>
              </a:rPr>
              <a:t>Desenvolver uma solução de baixo custo e alta escalabilidade</a:t>
            </a:r>
          </a:p>
        </p:txBody>
      </p:sp>
      <p:sp>
        <p:nvSpPr>
          <p:cNvPr id="15" name="TextBox 25">
            <a:extLst>
              <a:ext uri="{FF2B5EF4-FFF2-40B4-BE49-F238E27FC236}">
                <a16:creationId xmlns:a16="http://schemas.microsoft.com/office/drawing/2014/main" id="{006762DB-7025-9349-7673-D65734645A85}"/>
              </a:ext>
            </a:extLst>
          </p:cNvPr>
          <p:cNvSpPr txBox="1"/>
          <p:nvPr/>
        </p:nvSpPr>
        <p:spPr>
          <a:xfrm>
            <a:off x="8544272" y="5156726"/>
            <a:ext cx="2637493" cy="5711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262626"/>
                </a:solidFill>
              </a:rPr>
              <a:t>Nossos clientes reclamam do suporte fraco prestado pelo TGC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0D20618E-2F69-5DBF-DC5A-BD6C1AF8CCD2}"/>
              </a:ext>
            </a:extLst>
          </p:cNvPr>
          <p:cNvSpPr txBox="1"/>
          <p:nvPr/>
        </p:nvSpPr>
        <p:spPr>
          <a:xfrm>
            <a:off x="8544273" y="4305926"/>
            <a:ext cx="3456384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>
                <a:solidFill>
                  <a:srgbClr val="26B2CE"/>
                </a:solidFill>
                <a:latin typeface="+mj-lt"/>
              </a:rPr>
              <a:t>Eliminar dependência de fornecedor mediano</a:t>
            </a:r>
          </a:p>
        </p:txBody>
      </p:sp>
      <p:sp>
        <p:nvSpPr>
          <p:cNvPr id="17" name="TextBox 27">
            <a:extLst>
              <a:ext uri="{FF2B5EF4-FFF2-40B4-BE49-F238E27FC236}">
                <a16:creationId xmlns:a16="http://schemas.microsoft.com/office/drawing/2014/main" id="{65AB0A70-C072-8358-3AC8-1C95A7B8F884}"/>
              </a:ext>
            </a:extLst>
          </p:cNvPr>
          <p:cNvSpPr txBox="1"/>
          <p:nvPr/>
        </p:nvSpPr>
        <p:spPr>
          <a:xfrm>
            <a:off x="759970" y="2763643"/>
            <a:ext cx="2637493" cy="5711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600">
                <a:solidFill>
                  <a:srgbClr val="262626"/>
                </a:solidFill>
              </a:rPr>
              <a:t>Aumentar a fidelização e evitar a perda de clientes atuais.</a:t>
            </a:r>
          </a:p>
        </p:txBody>
      </p:sp>
      <p:sp>
        <p:nvSpPr>
          <p:cNvPr id="18" name="TextBox 28">
            <a:extLst>
              <a:ext uri="{FF2B5EF4-FFF2-40B4-BE49-F238E27FC236}">
                <a16:creationId xmlns:a16="http://schemas.microsoft.com/office/drawing/2014/main" id="{7EA496D5-2865-7AB8-CF40-A0BCEAD74FB0}"/>
              </a:ext>
            </a:extLst>
          </p:cNvPr>
          <p:cNvSpPr txBox="1"/>
          <p:nvPr/>
        </p:nvSpPr>
        <p:spPr>
          <a:xfrm>
            <a:off x="407368" y="2132856"/>
            <a:ext cx="298243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2000" b="1">
                <a:solidFill>
                  <a:srgbClr val="246C97"/>
                </a:solidFill>
                <a:latin typeface="+mj-lt"/>
              </a:rPr>
              <a:t>Defender nossa base atual de clientes</a:t>
            </a:r>
          </a:p>
        </p:txBody>
      </p:sp>
      <p:sp>
        <p:nvSpPr>
          <p:cNvPr id="19" name="TextBox 29">
            <a:extLst>
              <a:ext uri="{FF2B5EF4-FFF2-40B4-BE49-F238E27FC236}">
                <a16:creationId xmlns:a16="http://schemas.microsoft.com/office/drawing/2014/main" id="{87DFAB21-AA01-672C-1D5A-ABD8C49B1B00}"/>
              </a:ext>
            </a:extLst>
          </p:cNvPr>
          <p:cNvSpPr txBox="1"/>
          <p:nvPr/>
        </p:nvSpPr>
        <p:spPr>
          <a:xfrm>
            <a:off x="752313" y="4722374"/>
            <a:ext cx="2637493" cy="17530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262626"/>
                </a:solidFill>
              </a:rPr>
              <a:t>Já temos produtos premium e serviços técnicos. Com o Feedlot App, conseguiremos entrar nos clientes de confinamento mais importantes do mercado.</a:t>
            </a:r>
          </a:p>
        </p:txBody>
      </p:sp>
      <p:sp>
        <p:nvSpPr>
          <p:cNvPr id="20" name="TextBox 30">
            <a:extLst>
              <a:ext uri="{FF2B5EF4-FFF2-40B4-BE49-F238E27FC236}">
                <a16:creationId xmlns:a16="http://schemas.microsoft.com/office/drawing/2014/main" id="{2C52DD92-2745-AB80-0615-62A45B3FCD48}"/>
              </a:ext>
            </a:extLst>
          </p:cNvPr>
          <p:cNvSpPr txBox="1"/>
          <p:nvPr/>
        </p:nvSpPr>
        <p:spPr>
          <a:xfrm>
            <a:off x="791466" y="4305926"/>
            <a:ext cx="259834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2000" b="1">
                <a:solidFill>
                  <a:srgbClr val="0195BC"/>
                </a:solidFill>
                <a:latin typeface="+mj-lt"/>
              </a:rPr>
              <a:t>Prospectar novos clientes</a:t>
            </a:r>
          </a:p>
        </p:txBody>
      </p:sp>
      <p:cxnSp>
        <p:nvCxnSpPr>
          <p:cNvPr id="22" name="Straight Connector 34">
            <a:extLst>
              <a:ext uri="{FF2B5EF4-FFF2-40B4-BE49-F238E27FC236}">
                <a16:creationId xmlns:a16="http://schemas.microsoft.com/office/drawing/2014/main" id="{94BF73D8-0424-58C7-23B6-3CC7C8F0CA34}"/>
              </a:ext>
            </a:extLst>
          </p:cNvPr>
          <p:cNvCxnSpPr>
            <a:cxnSpLocks/>
          </p:cNvCxnSpPr>
          <p:nvPr/>
        </p:nvCxnSpPr>
        <p:spPr>
          <a:xfrm>
            <a:off x="8544272" y="3834125"/>
            <a:ext cx="250414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7">
            <a:extLst>
              <a:ext uri="{FF2B5EF4-FFF2-40B4-BE49-F238E27FC236}">
                <a16:creationId xmlns:a16="http://schemas.microsoft.com/office/drawing/2014/main" id="{D20B563F-0D01-910A-1D9F-97DCCC1161B8}"/>
              </a:ext>
            </a:extLst>
          </p:cNvPr>
          <p:cNvCxnSpPr>
            <a:cxnSpLocks/>
          </p:cNvCxnSpPr>
          <p:nvPr/>
        </p:nvCxnSpPr>
        <p:spPr>
          <a:xfrm>
            <a:off x="885663" y="3834125"/>
            <a:ext cx="250414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hield variant with white and black borders - Free shapes icons">
            <a:extLst>
              <a:ext uri="{FF2B5EF4-FFF2-40B4-BE49-F238E27FC236}">
                <a16:creationId xmlns:a16="http://schemas.microsoft.com/office/drawing/2014/main" id="{C1EA4ECB-8456-58D9-9368-181B11F08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832" y="2510460"/>
            <a:ext cx="665918" cy="66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ttack - Free gaming icons">
            <a:extLst>
              <a:ext uri="{FF2B5EF4-FFF2-40B4-BE49-F238E27FC236}">
                <a16:creationId xmlns:a16="http://schemas.microsoft.com/office/drawing/2014/main" id="{49F54663-4F8E-A609-6967-4E8B8F2F3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332" y="4536042"/>
            <a:ext cx="679917" cy="679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calability Icon - Free PNG &amp; SVG 1988846 - Noun Project">
            <a:extLst>
              <a:ext uri="{FF2B5EF4-FFF2-40B4-BE49-F238E27FC236}">
                <a16:creationId xmlns:a16="http://schemas.microsoft.com/office/drawing/2014/main" id="{249122A5-1823-7A1B-0802-DA6E241C6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359" y="2510459"/>
            <a:ext cx="665919" cy="665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ependencies - Free networking icons">
            <a:extLst>
              <a:ext uri="{FF2B5EF4-FFF2-40B4-BE49-F238E27FC236}">
                <a16:creationId xmlns:a16="http://schemas.microsoft.com/office/drawing/2014/main" id="{8DAD9F1F-F22A-86FD-B87B-5E653447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464" y="4453418"/>
            <a:ext cx="839395" cy="83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006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119336" y="116632"/>
            <a:ext cx="9433047" cy="1116787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/>
              <a:t>Oportunidade de Mercado</a:t>
            </a:r>
            <a:br>
              <a:rPr lang="en-CA" sz="3200" dirty="0"/>
            </a:br>
            <a:r>
              <a:rPr lang="en-US" sz="1800" b="0" i="1" dirty="0"/>
              <a:t>Existe um grande potencial de mercado para prospectar novos clientes e gerar Sales Profit adicional.</a:t>
            </a:r>
            <a:endParaRPr lang="en-CA" sz="3200" b="0" i="1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FEE3EA-3D4A-DD54-6A99-1DD5E326C4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392" y="4221088"/>
            <a:ext cx="10512425" cy="1315382"/>
          </a:xfrm>
        </p:spPr>
        <p:txBody>
          <a:bodyPr/>
          <a:lstStyle/>
          <a:p>
            <a:r>
              <a:rPr lang="en-CA" dirty="0"/>
              <a:t>Considerando apenas confinamentos que consomem Premixes, Minerais e Concentrados (ou seja, sem ração completa), temos:</a:t>
            </a:r>
          </a:p>
          <a:p>
            <a:endParaRPr lang="en-CA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92F6030-C10C-035B-6573-F4F130BC44E7}"/>
              </a:ext>
            </a:extLst>
          </p:cNvPr>
          <p:cNvSpPr/>
          <p:nvPr/>
        </p:nvSpPr>
        <p:spPr>
          <a:xfrm>
            <a:off x="4655840" y="5118645"/>
            <a:ext cx="2520652" cy="1080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200" dirty="0"/>
              <a:t>9.6% </a:t>
            </a:r>
          </a:p>
          <a:p>
            <a:pPr algn="ctr"/>
            <a:r>
              <a:rPr lang="en-CA" sz="1400" i="1" dirty="0"/>
              <a:t>Market Share</a:t>
            </a:r>
            <a:endParaRPr lang="en-CA" i="1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3" name="Gráfico 2">
                <a:extLst>
                  <a:ext uri="{FF2B5EF4-FFF2-40B4-BE49-F238E27FC236}">
                    <a16:creationId xmlns:a16="http://schemas.microsoft.com/office/drawing/2014/main" id="{8495D7EF-B604-FCBC-26F9-926FE7FC809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154081727"/>
                  </p:ext>
                </p:extLst>
              </p:nvPr>
            </p:nvGraphicFramePr>
            <p:xfrm>
              <a:off x="1923162" y="1355653"/>
              <a:ext cx="7889431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3" name="Gráfico 2">
                <a:extLst>
                  <a:ext uri="{FF2B5EF4-FFF2-40B4-BE49-F238E27FC236}">
                    <a16:creationId xmlns:a16="http://schemas.microsoft.com/office/drawing/2014/main" id="{8495D7EF-B604-FCBC-26F9-926FE7FC809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23162" y="1355653"/>
                <a:ext cx="7889431" cy="27432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528365E1-D486-DE44-0F97-9702821DE3C6}"/>
              </a:ext>
            </a:extLst>
          </p:cNvPr>
          <p:cNvSpPr txBox="1"/>
          <p:nvPr/>
        </p:nvSpPr>
        <p:spPr>
          <a:xfrm>
            <a:off x="119336" y="6372036"/>
            <a:ext cx="2438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Fonte: OGP Brasil 2023</a:t>
            </a:r>
          </a:p>
        </p:txBody>
      </p:sp>
    </p:spTree>
    <p:extLst>
      <p:ext uri="{BB962C8B-B14F-4D97-AF65-F5344CB8AC3E}">
        <p14:creationId xmlns:p14="http://schemas.microsoft.com/office/powerpoint/2010/main" val="99549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FA9E84-6933-866E-9740-F1E0400C37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4741695-FE94-C58F-C66F-FA9D5E4EA7E9}"/>
              </a:ext>
            </a:extLst>
          </p:cNvPr>
          <p:cNvSpPr txBox="1">
            <a:spLocks/>
          </p:cNvSpPr>
          <p:nvPr/>
        </p:nvSpPr>
        <p:spPr>
          <a:xfrm>
            <a:off x="119336" y="116632"/>
            <a:ext cx="9433047" cy="1116787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/>
              <a:t>Prospecção de Novos Clientes</a:t>
            </a:r>
            <a:br>
              <a:rPr lang="en-CA" sz="3200" dirty="0"/>
            </a:br>
            <a:r>
              <a:rPr lang="en-US" sz="1800" b="0" i="1" dirty="0"/>
              <a:t>Abordamos 28 prospects com os quais ainda não conseguimos avançar de forma significativa…</a:t>
            </a:r>
            <a:endParaRPr lang="en-CA" sz="3200" b="0" i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6A64F14-B6A5-E891-AFCA-0CDA7045E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033200"/>
            <a:ext cx="6845300" cy="55118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3B5D19C-A3CA-70AD-7881-9593AA2D1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577" y="1133578"/>
            <a:ext cx="4584589" cy="2755631"/>
          </a:xfrm>
          <a:prstGeom prst="rect">
            <a:avLst/>
          </a:prstGeom>
        </p:spPr>
      </p:pic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5F7C463-C261-7E9F-24A4-0FB810FA7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466316"/>
              </p:ext>
            </p:extLst>
          </p:nvPr>
        </p:nvGraphicFramePr>
        <p:xfrm>
          <a:off x="7348577" y="4619522"/>
          <a:ext cx="4584588" cy="110490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3307673">
                  <a:extLst>
                    <a:ext uri="{9D8B030D-6E8A-4147-A177-3AD203B41FA5}">
                      <a16:colId xmlns:a16="http://schemas.microsoft.com/office/drawing/2014/main" val="604473642"/>
                    </a:ext>
                  </a:extLst>
                </a:gridCol>
                <a:gridCol w="1276915">
                  <a:extLst>
                    <a:ext uri="{9D8B030D-6E8A-4147-A177-3AD203B41FA5}">
                      <a16:colId xmlns:a16="http://schemas.microsoft.com/office/drawing/2014/main" val="186961936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Cabeças de Gado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>
                          <a:effectLst/>
                        </a:rPr>
                        <a:t>400,000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30937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Consumo Diário / Animal </a:t>
                      </a:r>
                      <a:r>
                        <a:rPr lang="en-US" sz="900" i="1" u="none" strike="noStrike" dirty="0">
                          <a:effectLst/>
                        </a:rPr>
                        <a:t>(</a:t>
                      </a:r>
                      <a:r>
                        <a:rPr lang="en-US" sz="900" i="1" u="none" strike="noStrike" dirty="0" err="1">
                          <a:effectLst/>
                        </a:rPr>
                        <a:t>Bellpeso</a:t>
                      </a:r>
                      <a:r>
                        <a:rPr lang="en-US" sz="900" i="1" u="none" strike="noStrike" dirty="0">
                          <a:effectLst/>
                        </a:rPr>
                        <a:t> Super 2000 </a:t>
                      </a:r>
                      <a:r>
                        <a:rPr lang="en-US" sz="900" i="1" u="none" strike="noStrike" dirty="0" err="1">
                          <a:effectLst/>
                        </a:rPr>
                        <a:t>Avance</a:t>
                      </a:r>
                      <a:r>
                        <a:rPr lang="en-US" sz="900" i="1" u="none" strike="noStrike" dirty="0">
                          <a:effectLst/>
                        </a:rPr>
                        <a:t>)</a:t>
                      </a:r>
                      <a:endParaRPr lang="en-US" sz="14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 dirty="0">
                          <a:effectLst/>
                        </a:rPr>
                        <a:t>100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983220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Volume Total </a:t>
                      </a:r>
                      <a:r>
                        <a:rPr lang="pt-BR" sz="900" i="1" u="none" strike="noStrike" dirty="0">
                          <a:effectLst/>
                        </a:rPr>
                        <a:t>(</a:t>
                      </a:r>
                      <a:r>
                        <a:rPr lang="pt-BR" sz="900" i="1" u="none" strike="noStrike" dirty="0" err="1">
                          <a:effectLst/>
                        </a:rPr>
                        <a:t>Bellpeso</a:t>
                      </a:r>
                      <a:r>
                        <a:rPr lang="pt-BR" sz="900" i="1" u="none" strike="noStrike" dirty="0">
                          <a:effectLst/>
                        </a:rPr>
                        <a:t> Super 2000 Avance)</a:t>
                      </a:r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>
                          <a:effectLst/>
                        </a:rPr>
                        <a:t>3,600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475633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SP/Ton </a:t>
                      </a:r>
                      <a:r>
                        <a:rPr lang="pt-BR" sz="800" i="1" u="none" strike="noStrike" dirty="0">
                          <a:effectLst/>
                        </a:rPr>
                        <a:t>(</a:t>
                      </a:r>
                      <a:r>
                        <a:rPr lang="pt-BR" sz="800" i="1" u="none" strike="noStrike" dirty="0" err="1">
                          <a:effectLst/>
                        </a:rPr>
                        <a:t>Bellpeso</a:t>
                      </a:r>
                      <a:r>
                        <a:rPr lang="pt-BR" sz="800" i="1" u="none" strike="noStrike" dirty="0">
                          <a:effectLst/>
                        </a:rPr>
                        <a:t> Super 2000 Avance)</a:t>
                      </a:r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>
                          <a:effectLst/>
                        </a:rPr>
                        <a:t>1,300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228112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Sales Profit Potencial (28 Clientes)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 R$  4,680,000.00 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02195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38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119336" y="116632"/>
            <a:ext cx="9433047" cy="1116787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/>
              <a:t>Análise Competitiva</a:t>
            </a:r>
          </a:p>
          <a:p>
            <a:pPr>
              <a:lnSpc>
                <a:spcPct val="100000"/>
              </a:lnSpc>
            </a:pPr>
            <a:r>
              <a:rPr lang="en-US" sz="1800" b="0" i="1" dirty="0"/>
              <a:t>O mercado está mudando rápido. Os concorrentes estão investindo mais do que nós em Transformação Digital.</a:t>
            </a:r>
            <a:endParaRPr lang="en-CA" sz="3200" b="0" i="1" dirty="0"/>
          </a:p>
        </p:txBody>
      </p:sp>
      <p:pic>
        <p:nvPicPr>
          <p:cNvPr id="2050" name="Picture 2" descr="Pet Food Bowl - AFIA">
            <a:extLst>
              <a:ext uri="{FF2B5EF4-FFF2-40B4-BE49-F238E27FC236}">
                <a16:creationId xmlns:a16="http://schemas.microsoft.com/office/drawing/2014/main" id="{32EF2489-BDA9-707D-6B2F-0D5AEF134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245" y="1207565"/>
            <a:ext cx="1747466" cy="87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argill Logo – PNG e Vetor – Download de Logo">
            <a:extLst>
              <a:ext uri="{FF2B5EF4-FFF2-40B4-BE49-F238E27FC236}">
                <a16:creationId xmlns:a16="http://schemas.microsoft.com/office/drawing/2014/main" id="{D9066EAE-DC74-6269-7E8E-C097D0CCF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171" y="1328753"/>
            <a:ext cx="1415480" cy="63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28670BCA-3E4A-A0FB-021F-2700AD456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0987" y="1316463"/>
            <a:ext cx="1343472" cy="645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F651E71-656D-8A48-9782-2F51A7560DC1}"/>
              </a:ext>
            </a:extLst>
          </p:cNvPr>
          <p:cNvSpPr/>
          <p:nvPr/>
        </p:nvSpPr>
        <p:spPr>
          <a:xfrm>
            <a:off x="4335797" y="5041575"/>
            <a:ext cx="3756152" cy="152005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  <a:cs typeface="Calibri"/>
              </a:rPr>
              <a:t>Estão se reestruturando internamente após a aquisição da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cs typeface="Calibri"/>
              </a:rPr>
              <a:t>Prodap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cs typeface="Calibri"/>
              </a:rPr>
              <a:t>, que tem uma ferramenta valiosa de gestão de confinamento e fazenda chamada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cs typeface="Calibri"/>
              </a:rPr>
              <a:t>Prodap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cs typeface="Calibri"/>
              </a:rPr>
              <a:t> Views.</a:t>
            </a:r>
            <a:endParaRPr lang="en-CA" dirty="0">
              <a:solidFill>
                <a:schemeClr val="tx1">
                  <a:lumMod val="50000"/>
                </a:schemeClr>
              </a:solidFill>
              <a:cs typeface="Calibri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DAE9B4D-6DA2-4610-BB86-ECA3E3EF363B}"/>
              </a:ext>
            </a:extLst>
          </p:cNvPr>
          <p:cNvSpPr/>
          <p:nvPr/>
        </p:nvSpPr>
        <p:spPr>
          <a:xfrm>
            <a:off x="343673" y="4090219"/>
            <a:ext cx="3667888" cy="24714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  <a:cs typeface="Calibri"/>
              </a:rPr>
              <a:t>Têm forte presença física, principalmente nos grandes clientes. São muito bons em apresentar ferramentas atraentes (ex.: a nova versão do Feed Manager e o Cargill Cattle View). A equipe de campo se destaca no marketing interno.</a:t>
            </a:r>
            <a:endParaRPr lang="en-CA" dirty="0">
              <a:solidFill>
                <a:schemeClr val="tx1">
                  <a:lumMod val="50000"/>
                </a:schemeClr>
              </a:solidFill>
              <a:cs typeface="Calibri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27EA926-943B-C285-81F6-5D8E78080DB0}"/>
              </a:ext>
            </a:extLst>
          </p:cNvPr>
          <p:cNvSpPr/>
          <p:nvPr/>
        </p:nvSpPr>
        <p:spPr>
          <a:xfrm>
            <a:off x="343673" y="2320413"/>
            <a:ext cx="3667888" cy="11085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cs typeface="Calibri"/>
              </a:rPr>
              <a:t>Não têm os melhores consultores.</a:t>
            </a:r>
          </a:p>
          <a:p>
            <a:r>
              <a:rPr lang="en-US" dirty="0">
                <a:solidFill>
                  <a:schemeClr val="bg1"/>
                </a:solidFill>
                <a:cs typeface="Calibri"/>
              </a:rPr>
              <a:t>Não têm os melhores produtos.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DA1EE2E-6467-3B81-3C84-C7C9C498CA0B}"/>
              </a:ext>
            </a:extLst>
          </p:cNvPr>
          <p:cNvSpPr/>
          <p:nvPr/>
        </p:nvSpPr>
        <p:spPr>
          <a:xfrm>
            <a:off x="4335797" y="2320412"/>
            <a:ext cx="3756152" cy="207460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cs typeface="Calibri"/>
              </a:rPr>
              <a:t>São maiores e têm uma equipe de campo maior no Brasil, mas sua presença nas grandes contas é mais fraca que a da Cargill e melhor que a nossa. Têm poucos consultores de alto nível, e seu portfólio de produtos é inferior.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A20109A-8BE8-AC3A-AD62-222E8B8C4BD3}"/>
              </a:ext>
            </a:extLst>
          </p:cNvPr>
          <p:cNvSpPr/>
          <p:nvPr/>
        </p:nvSpPr>
        <p:spPr>
          <a:xfrm>
            <a:off x="8356964" y="2320412"/>
            <a:ext cx="3726652" cy="152005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  <a:cs typeface="Calibri"/>
              </a:rPr>
              <a:t>Nossa equipe se destaca no campo, e nossos produtos são de primeira linha.</a:t>
            </a:r>
            <a:endParaRPr lang="en-CA" dirty="0">
              <a:solidFill>
                <a:schemeClr val="tx1">
                  <a:lumMod val="50000"/>
                </a:schemeClr>
              </a:solidFill>
              <a:cs typeface="Calibri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256931D-ECDC-CDA9-826E-2D80402523DC}"/>
              </a:ext>
            </a:extLst>
          </p:cNvPr>
          <p:cNvSpPr/>
          <p:nvPr/>
        </p:nvSpPr>
        <p:spPr>
          <a:xfrm>
            <a:off x="8356963" y="4406791"/>
            <a:ext cx="3726652" cy="215484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cs typeface="Calibri"/>
              </a:rPr>
              <a:t>Precisamos de uma estratégia focada e de mais presença nos grandes confinamentos e contas. Dependemos da parceria GA/Ponta, mas o pós-venda deles decepcionou clientes, e alguns migraram para concorrentes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747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119336" y="116632"/>
            <a:ext cx="9433047" cy="1116787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/>
              <a:t>Benefícios e Proposta de Valor</a:t>
            </a:r>
          </a:p>
          <a:p>
            <a:pPr>
              <a:lnSpc>
                <a:spcPct val="100000"/>
              </a:lnSpc>
            </a:pPr>
            <a:r>
              <a:rPr lang="en-US" sz="1800" b="0" i="1" dirty="0"/>
              <a:t>4 propostas de valor principais. É assim que vamos gerar valor para o negócio dos nossos clientes.</a:t>
            </a:r>
            <a:endParaRPr lang="en-CA" sz="3200" b="0" i="1" dirty="0"/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AFF69B35-60F8-7728-C765-39849FFF8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213455"/>
              </p:ext>
            </p:extLst>
          </p:nvPr>
        </p:nvGraphicFramePr>
        <p:xfrm>
          <a:off x="676232" y="1484784"/>
          <a:ext cx="10406744" cy="3596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1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1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1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16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0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0" b="1" noProof="0" dirty="0">
                          <a:solidFill>
                            <a:srgbClr val="00ACA9"/>
                          </a:solidFill>
                          <a:latin typeface="+mn-lt"/>
                          <a:cs typeface="Arial" pitchFamily="34" charset="0"/>
                        </a:rPr>
                        <a:t>01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A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0" b="1" noProof="0" dirty="0">
                          <a:solidFill>
                            <a:srgbClr val="21B9B5"/>
                          </a:solidFill>
                          <a:latin typeface="+mn-lt"/>
                          <a:cs typeface="Arial" pitchFamily="34" charset="0"/>
                        </a:rPr>
                        <a:t>02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0" b="1" noProof="0" dirty="0">
                          <a:solidFill>
                            <a:srgbClr val="00ACA9"/>
                          </a:solidFill>
                          <a:latin typeface="+mn-lt"/>
                          <a:cs typeface="Arial" pitchFamily="34" charset="0"/>
                        </a:rPr>
                        <a:t>03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4000" b="1" noProof="0" dirty="0">
                          <a:solidFill>
                            <a:srgbClr val="2ED9D5"/>
                          </a:solidFill>
                          <a:latin typeface="+mn-lt"/>
                          <a:cs typeface="Arial" pitchFamily="34" charset="0"/>
                        </a:rPr>
                        <a:t>04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A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0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noProof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Proposta de Valor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C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noProof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Proposta de Valor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C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noProof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Proposta de Valor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C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noProof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Proposta de Valor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7591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Aplicativo de autoatendimento para gestão do confinamento, hospedado em nuvem, sem investimento do pecuarista (exceto a compra de Produtos TN).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Monitoramento remoto pelos Técnicos TN de forma regular (tempo integral, online), com recomendações e orientações.</a:t>
                      </a:r>
                      <a:endParaRPr lang="en-US" altLang="ko-KR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Programa de fidelidade (clube de membros) com acesso a eventos técnicos.</a:t>
                      </a:r>
                    </a:p>
                    <a:p>
                      <a:pPr algn="l"/>
                      <a:endParaRPr lang="en-US" altLang="ko-KR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Adesão opcional ao compartilhamento de dados anônimos para comparar resultados com fazendas de porte semelhante.</a:t>
                      </a:r>
                    </a:p>
                    <a:p>
                      <a:pPr algn="l"/>
                      <a:endParaRPr lang="en-US" altLang="ko-KR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Introduzir Gestão de Sustentabilidade e Acompanhamento de KPIs.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0FAB1815-C458-DD79-1CD3-524B79698999}"/>
              </a:ext>
            </a:extLst>
          </p:cNvPr>
          <p:cNvCxnSpPr/>
          <p:nvPr/>
        </p:nvCxnSpPr>
        <p:spPr>
          <a:xfrm>
            <a:off x="676232" y="5653548"/>
            <a:ext cx="10406744" cy="0"/>
          </a:xfrm>
          <a:prstGeom prst="straightConnector1">
            <a:avLst/>
          </a:prstGeom>
          <a:ln w="571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585A5CFC-77DE-D61D-332B-31BA5C7C429C}"/>
              </a:ext>
            </a:extLst>
          </p:cNvPr>
          <p:cNvSpPr txBox="1"/>
          <p:nvPr/>
        </p:nvSpPr>
        <p:spPr>
          <a:xfrm>
            <a:off x="1061884" y="5771535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Maior Valor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FAD2124-A0CE-5BFD-5157-4704F7DF69FE}"/>
              </a:ext>
            </a:extLst>
          </p:cNvPr>
          <p:cNvSpPr txBox="1"/>
          <p:nvPr/>
        </p:nvSpPr>
        <p:spPr>
          <a:xfrm>
            <a:off x="9394723" y="5771535"/>
            <a:ext cx="1334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Menor Valor</a:t>
            </a:r>
          </a:p>
        </p:txBody>
      </p:sp>
    </p:spTree>
    <p:extLst>
      <p:ext uri="{BB962C8B-B14F-4D97-AF65-F5344CB8AC3E}">
        <p14:creationId xmlns:p14="http://schemas.microsoft.com/office/powerpoint/2010/main" val="2647114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119336" y="116632"/>
            <a:ext cx="9433047" cy="1116787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/>
              <a:t>Escopo e Descrição do Projeto</a:t>
            </a:r>
            <a:br>
              <a:rPr lang="en-CA" sz="3200" dirty="0"/>
            </a:br>
            <a:r>
              <a:rPr lang="en-US" sz="1800" b="0" i="1" dirty="0"/>
              <a:t>O que está incluído neste projeto e, portanto, nos custos de investimento e no cálculo do ROI.</a:t>
            </a:r>
            <a:endParaRPr lang="en-CA" sz="3200" b="0" i="1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71C4FEAC-BFE9-9936-0DEB-32AB6A7DB426}"/>
              </a:ext>
            </a:extLst>
          </p:cNvPr>
          <p:cNvSpPr/>
          <p:nvPr/>
        </p:nvSpPr>
        <p:spPr>
          <a:xfrm>
            <a:off x="0" y="2325642"/>
            <a:ext cx="5901069" cy="2803149"/>
          </a:xfrm>
          <a:prstGeom prst="rect">
            <a:avLst/>
          </a:prstGeom>
          <a:solidFill>
            <a:srgbClr val="0195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16B0D241-57FA-8BF8-1F89-AF51AFA631B7}"/>
              </a:ext>
            </a:extLst>
          </p:cNvPr>
          <p:cNvSpPr/>
          <p:nvPr/>
        </p:nvSpPr>
        <p:spPr>
          <a:xfrm>
            <a:off x="5901069" y="2325642"/>
            <a:ext cx="6290931" cy="2797269"/>
          </a:xfrm>
          <a:prstGeom prst="rect">
            <a:avLst/>
          </a:prstGeom>
          <a:solidFill>
            <a:srgbClr val="246C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16">
            <a:extLst>
              <a:ext uri="{FF2B5EF4-FFF2-40B4-BE49-F238E27FC236}">
                <a16:creationId xmlns:a16="http://schemas.microsoft.com/office/drawing/2014/main" id="{147D7F80-D61F-16B1-585B-8C9096DC2367}"/>
              </a:ext>
            </a:extLst>
          </p:cNvPr>
          <p:cNvGrpSpPr/>
          <p:nvPr/>
        </p:nvGrpSpPr>
        <p:grpSpPr>
          <a:xfrm>
            <a:off x="4007768" y="2060848"/>
            <a:ext cx="3869270" cy="3355975"/>
            <a:chOff x="4162425" y="1835149"/>
            <a:chExt cx="3869270" cy="3355975"/>
          </a:xfrm>
        </p:grpSpPr>
        <p:sp>
          <p:nvSpPr>
            <p:cNvPr id="7" name="Rectangle 14">
              <a:extLst>
                <a:ext uri="{FF2B5EF4-FFF2-40B4-BE49-F238E27FC236}">
                  <a16:creationId xmlns:a16="http://schemas.microsoft.com/office/drawing/2014/main" id="{B2977A67-8290-D44C-F14B-14E20264A50A}"/>
                </a:ext>
              </a:extLst>
            </p:cNvPr>
            <p:cNvSpPr/>
            <p:nvPr/>
          </p:nvSpPr>
          <p:spPr>
            <a:xfrm>
              <a:off x="4162425" y="1835149"/>
              <a:ext cx="1935695" cy="3355975"/>
            </a:xfrm>
            <a:prstGeom prst="rect">
              <a:avLst/>
            </a:prstGeom>
            <a:solidFill>
              <a:srgbClr val="262626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01BC83C4-AB27-3565-1219-F8F759FF64D7}"/>
                </a:ext>
              </a:extLst>
            </p:cNvPr>
            <p:cNvSpPr/>
            <p:nvPr/>
          </p:nvSpPr>
          <p:spPr>
            <a:xfrm>
              <a:off x="6096000" y="1835149"/>
              <a:ext cx="1935695" cy="3355975"/>
            </a:xfrm>
            <a:prstGeom prst="rect">
              <a:avLst/>
            </a:prstGeom>
            <a:solidFill>
              <a:srgbClr val="262626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itle 4">
            <a:extLst>
              <a:ext uri="{FF2B5EF4-FFF2-40B4-BE49-F238E27FC236}">
                <a16:creationId xmlns:a16="http://schemas.microsoft.com/office/drawing/2014/main" id="{50BEDB88-DCFE-42E0-1AC0-84B2901D6CEB}"/>
              </a:ext>
            </a:extLst>
          </p:cNvPr>
          <p:cNvSpPr txBox="1">
            <a:spLocks/>
          </p:cNvSpPr>
          <p:nvPr/>
        </p:nvSpPr>
        <p:spPr>
          <a:xfrm>
            <a:off x="4160699" y="4192367"/>
            <a:ext cx="1629832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>
                <a:solidFill>
                  <a:schemeClr val="bg1"/>
                </a:solidFill>
              </a:rPr>
              <a:t>No Escopo</a:t>
            </a: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62A7E422-C076-0351-1B6A-4327F95A8625}"/>
              </a:ext>
            </a:extLst>
          </p:cNvPr>
          <p:cNvSpPr/>
          <p:nvPr/>
        </p:nvSpPr>
        <p:spPr>
          <a:xfrm>
            <a:off x="4495662" y="2968551"/>
            <a:ext cx="959906" cy="95990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F425D2BD-C878-E7D8-DFEB-589DFA5139A8}"/>
              </a:ext>
            </a:extLst>
          </p:cNvPr>
          <p:cNvSpPr txBox="1">
            <a:spLocks/>
          </p:cNvSpPr>
          <p:nvPr/>
        </p:nvSpPr>
        <p:spPr>
          <a:xfrm>
            <a:off x="6094274" y="4194975"/>
            <a:ext cx="1629832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>
                <a:solidFill>
                  <a:schemeClr val="bg1"/>
                </a:solidFill>
              </a:rPr>
              <a:t>Fora do Escopo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652899E-A96C-1253-CEE1-48D0C2683A61}"/>
              </a:ext>
            </a:extLst>
          </p:cNvPr>
          <p:cNvSpPr/>
          <p:nvPr/>
        </p:nvSpPr>
        <p:spPr>
          <a:xfrm>
            <a:off x="6429237" y="2971159"/>
            <a:ext cx="959906" cy="95990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20">
            <a:extLst>
              <a:ext uri="{FF2B5EF4-FFF2-40B4-BE49-F238E27FC236}">
                <a16:creationId xmlns:a16="http://schemas.microsoft.com/office/drawing/2014/main" id="{41B97859-F92A-F433-4938-019E44FF3A35}"/>
              </a:ext>
            </a:extLst>
          </p:cNvPr>
          <p:cNvSpPr txBox="1"/>
          <p:nvPr/>
        </p:nvSpPr>
        <p:spPr>
          <a:xfrm>
            <a:off x="191344" y="2536503"/>
            <a:ext cx="3839851" cy="244827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Desenvolvimento completo do aplicativo para confinamento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Equipe adicional para implantação e suporte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Campanhas de Marketing / Comunicação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Todas as funcionalidades descritas neste documento</a:t>
            </a: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09DBE4F7-BAD1-E359-1BAE-091AFDA3F252}"/>
              </a:ext>
            </a:extLst>
          </p:cNvPr>
          <p:cNvSpPr txBox="1"/>
          <p:nvPr/>
        </p:nvSpPr>
        <p:spPr>
          <a:xfrm>
            <a:off x="8191922" y="2503080"/>
            <a:ext cx="3839851" cy="244827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Desenvolvimento para CORTE extensivo, Leite ou outras espécies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026" name="Picture 2" descr="yes - no - tick and cross icon on transparent background. 21013497 PNG">
            <a:extLst>
              <a:ext uri="{FF2B5EF4-FFF2-40B4-BE49-F238E27FC236}">
                <a16:creationId xmlns:a16="http://schemas.microsoft.com/office/drawing/2014/main" id="{D3703575-90C5-264C-9629-F61129EEFC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211"/>
          <a:stretch/>
        </p:blipFill>
        <p:spPr bwMode="auto">
          <a:xfrm>
            <a:off x="4699242" y="2945639"/>
            <a:ext cx="548525" cy="101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yes - no - tick and cross icon on transparent background. 21013497 PNG">
            <a:extLst>
              <a:ext uri="{FF2B5EF4-FFF2-40B4-BE49-F238E27FC236}">
                <a16:creationId xmlns:a16="http://schemas.microsoft.com/office/drawing/2014/main" id="{DFE1A444-3452-30A8-F9B3-C984DADECE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17"/>
          <a:stretch/>
        </p:blipFill>
        <p:spPr bwMode="auto">
          <a:xfrm>
            <a:off x="6598952" y="2945639"/>
            <a:ext cx="580203" cy="101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186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119336" y="116632"/>
            <a:ext cx="9433047" cy="1116787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/>
              <a:t>Go-to-market</a:t>
            </a:r>
          </a:p>
          <a:p>
            <a:pPr>
              <a:lnSpc>
                <a:spcPct val="100000"/>
              </a:lnSpc>
            </a:pPr>
            <a:r>
              <a:rPr lang="en-US" sz="1800" b="0" i="1"/>
              <a:t>Combinando o Feedlot App e os Serviços Técnicos, vamos oferecer serviços premium aos principais confinadores do Brasil.</a:t>
            </a:r>
            <a:endParaRPr lang="en-CA" sz="3200" b="0" i="1"/>
          </a:p>
        </p:txBody>
      </p:sp>
      <p:pic>
        <p:nvPicPr>
          <p:cNvPr id="1026" name="Picture 2" descr="Farmer - Free people icons">
            <a:extLst>
              <a:ext uri="{FF2B5EF4-FFF2-40B4-BE49-F238E27FC236}">
                <a16:creationId xmlns:a16="http://schemas.microsoft.com/office/drawing/2014/main" id="{A3267250-7624-9922-ADBC-80DDCA078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236" y="1628800"/>
            <a:ext cx="926232" cy="92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aptop User Icon #210673 - Free Icons Library">
            <a:extLst>
              <a:ext uri="{FF2B5EF4-FFF2-40B4-BE49-F238E27FC236}">
                <a16:creationId xmlns:a16="http://schemas.microsoft.com/office/drawing/2014/main" id="{F821F6FF-E6AF-0B75-C049-D135AFA79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932" y="1402904"/>
            <a:ext cx="1345264" cy="134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Farmer - Free people icons">
            <a:extLst>
              <a:ext uri="{FF2B5EF4-FFF2-40B4-BE49-F238E27FC236}">
                <a16:creationId xmlns:a16="http://schemas.microsoft.com/office/drawing/2014/main" id="{3E574958-CE43-3D9E-FDE6-C3A0BAEB3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485" y="1628800"/>
            <a:ext cx="926232" cy="92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Farmer - Free people icons">
            <a:extLst>
              <a:ext uri="{FF2B5EF4-FFF2-40B4-BE49-F238E27FC236}">
                <a16:creationId xmlns:a16="http://schemas.microsoft.com/office/drawing/2014/main" id="{1F666991-17C6-BFF8-CB5B-923F8FC8E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734" y="1628800"/>
            <a:ext cx="926232" cy="92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Farmer - Free people icons">
            <a:extLst>
              <a:ext uri="{FF2B5EF4-FFF2-40B4-BE49-F238E27FC236}">
                <a16:creationId xmlns:a16="http://schemas.microsoft.com/office/drawing/2014/main" id="{748D5ACA-86E9-B459-6DB0-D039DEDEB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983" y="1628800"/>
            <a:ext cx="926232" cy="92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Farmer - Free people icons">
            <a:extLst>
              <a:ext uri="{FF2B5EF4-FFF2-40B4-BE49-F238E27FC236}">
                <a16:creationId xmlns:a16="http://schemas.microsoft.com/office/drawing/2014/main" id="{F4380DDB-560E-1134-6400-01B7B186D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232" y="1628800"/>
            <a:ext cx="926232" cy="92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CBFA94F4-9541-8F3D-022B-DF8C805DCC4A}"/>
              </a:ext>
            </a:extLst>
          </p:cNvPr>
          <p:cNvSpPr/>
          <p:nvPr/>
        </p:nvSpPr>
        <p:spPr>
          <a:xfrm>
            <a:off x="4093931" y="1916832"/>
            <a:ext cx="1008112" cy="4320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088C234-1C18-8F08-D557-EC5402218911}"/>
              </a:ext>
            </a:extLst>
          </p:cNvPr>
          <p:cNvSpPr txBox="1"/>
          <p:nvPr/>
        </p:nvSpPr>
        <p:spPr>
          <a:xfrm>
            <a:off x="3080157" y="2711103"/>
            <a:ext cx="5904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Cada Técnico (FTE) ou </a:t>
            </a:r>
            <a:r>
              <a:rPr lang="en-CA" err="1"/>
              <a:t>vendedor</a:t>
            </a:r>
            <a:r>
              <a:rPr lang="en-CA"/>
              <a:t> qualificado consegue atender até 5 fazendas, com monitoramento semanal, acompanhamento e suporte premium.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1AA4495-22CF-CEEC-FF24-3E48C23250F7}"/>
              </a:ext>
            </a:extLst>
          </p:cNvPr>
          <p:cNvSpPr txBox="1"/>
          <p:nvPr/>
        </p:nvSpPr>
        <p:spPr>
          <a:xfrm>
            <a:off x="215624" y="3996656"/>
            <a:ext cx="472661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600" b="1"/>
              <a:t>20x FTE</a:t>
            </a:r>
          </a:p>
          <a:p>
            <a:pPr algn="ctr"/>
            <a:r>
              <a:rPr lang="en-CA" sz="3600" b="1"/>
              <a:t>+</a:t>
            </a:r>
          </a:p>
          <a:p>
            <a:pPr algn="ctr"/>
            <a:r>
              <a:rPr lang="en-CA" sz="3600" b="1"/>
              <a:t>20x </a:t>
            </a:r>
            <a:r>
              <a:rPr lang="en-CA" sz="3600" b="1" err="1"/>
              <a:t>Vendedores</a:t>
            </a:r>
            <a:endParaRPr lang="en-CA" sz="3600" b="1"/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6E548C8C-B3E7-DB01-ABD8-560097A53B60}"/>
              </a:ext>
            </a:extLst>
          </p:cNvPr>
          <p:cNvSpPr/>
          <p:nvPr/>
        </p:nvSpPr>
        <p:spPr>
          <a:xfrm>
            <a:off x="5471861" y="4540029"/>
            <a:ext cx="1008112" cy="4320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0DB7A98-88D8-2C26-C7AC-9F996A8EA2FC}"/>
              </a:ext>
            </a:extLst>
          </p:cNvPr>
          <p:cNvSpPr txBox="1"/>
          <p:nvPr/>
        </p:nvSpPr>
        <p:spPr>
          <a:xfrm>
            <a:off x="6720140" y="4032716"/>
            <a:ext cx="53084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600" b="1"/>
              <a:t>200 PECUARISTAS</a:t>
            </a:r>
          </a:p>
          <a:p>
            <a:pPr algn="ctr"/>
            <a:r>
              <a:rPr lang="en-CA" sz="3600" b="1"/>
              <a:t>com suporte premium ativo</a:t>
            </a:r>
          </a:p>
        </p:txBody>
      </p:sp>
    </p:spTree>
    <p:extLst>
      <p:ext uri="{BB962C8B-B14F-4D97-AF65-F5344CB8AC3E}">
        <p14:creationId xmlns:p14="http://schemas.microsoft.com/office/powerpoint/2010/main" val="3575024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119336" y="116632"/>
            <a:ext cx="9433047" cy="1116787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/>
              <a:t>Cliente-Alvo</a:t>
            </a:r>
          </a:p>
          <a:p>
            <a:pPr>
              <a:lnSpc>
                <a:spcPct val="100000"/>
              </a:lnSpc>
            </a:pPr>
            <a:r>
              <a:rPr lang="en-US" sz="1800" b="0" i="1" dirty="0"/>
              <a:t>Características dos clientes que vão usar nosso aplicativo. </a:t>
            </a:r>
            <a:endParaRPr lang="en-CA" sz="3200" b="0" i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D5CADA-6440-CCEF-7101-FED0D5DB8264}"/>
              </a:ext>
            </a:extLst>
          </p:cNvPr>
          <p:cNvSpPr txBox="1"/>
          <p:nvPr/>
        </p:nvSpPr>
        <p:spPr>
          <a:xfrm>
            <a:off x="1287020" y="1390735"/>
            <a:ext cx="10832521" cy="46782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dirty="0">
                <a:cs typeface="Calibri"/>
              </a:rPr>
              <a:t>Porte mínimo recomendado: 2000 cabeças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dirty="0">
                <a:cs typeface="Calibri"/>
              </a:rPr>
              <a:t>Confinadores que buscam implantar uma gestão profissional de dados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dirty="0">
                <a:cs typeface="Calibri"/>
              </a:rPr>
              <a:t>Clientes que valorizam suporte técnico na tomada de decisão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dirty="0">
                <a:cs typeface="Calibri"/>
              </a:rPr>
              <a:t>Controla os processos de entrada e saída de animais (pesagem)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dirty="0">
                <a:cs typeface="Calibri"/>
              </a:rPr>
              <a:t>Capacidade de pesar o alimento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dirty="0">
                <a:cs typeface="Calibri"/>
              </a:rPr>
              <a:t>Registro de dados de consumo: geral (pela média), por cocho ou por curral (de preferência)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dirty="0">
                <a:cs typeface="Calibri"/>
              </a:rPr>
              <a:t>Leitura de cocho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dirty="0">
                <a:cs typeface="Calibri"/>
              </a:rPr>
              <a:t>Registro de animais enviados à Enfermaria / Perda de animais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dirty="0">
                <a:cs typeface="Calibri"/>
              </a:rPr>
              <a:t>Avaliação do teor de matéria seca do alimento para eventual correção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dirty="0">
                <a:cs typeface="Calibri"/>
              </a:rPr>
              <a:t>Registro de dados de abate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dirty="0">
                <a:cs typeface="Calibri"/>
              </a:rPr>
              <a:t>Fazenda com pessoas responsáveis por alimentar a ferramenta, para extrair todo o seu potencial</a:t>
            </a:r>
          </a:p>
        </p:txBody>
      </p:sp>
      <p:pic>
        <p:nvPicPr>
          <p:cNvPr id="4" name="Picture 2" descr="Check mark - Free shapes and symbols icons">
            <a:extLst>
              <a:ext uri="{FF2B5EF4-FFF2-40B4-BE49-F238E27FC236}">
                <a16:creationId xmlns:a16="http://schemas.microsoft.com/office/drawing/2014/main" id="{D7FCB61F-63E7-FEA2-1E2A-BCCF87C62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020" y="1448352"/>
            <a:ext cx="262461" cy="26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heck mark - Free shapes and symbols icons">
            <a:extLst>
              <a:ext uri="{FF2B5EF4-FFF2-40B4-BE49-F238E27FC236}">
                <a16:creationId xmlns:a16="http://schemas.microsoft.com/office/drawing/2014/main" id="{3E11DB49-9E9B-A13B-A714-7EDE997D2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020" y="1868129"/>
            <a:ext cx="262461" cy="26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heck mark - Free shapes and symbols icons">
            <a:extLst>
              <a:ext uri="{FF2B5EF4-FFF2-40B4-BE49-F238E27FC236}">
                <a16:creationId xmlns:a16="http://schemas.microsoft.com/office/drawing/2014/main" id="{34D404D5-A689-E8BE-1CE9-BCADD0BA5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020" y="2297739"/>
            <a:ext cx="262461" cy="26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heck mark - Free shapes and symbols icons">
            <a:extLst>
              <a:ext uri="{FF2B5EF4-FFF2-40B4-BE49-F238E27FC236}">
                <a16:creationId xmlns:a16="http://schemas.microsoft.com/office/drawing/2014/main" id="{CC89D377-07D0-5925-3E6E-B482168AA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020" y="2727349"/>
            <a:ext cx="262461" cy="26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heck mark - Free shapes and symbols icons">
            <a:extLst>
              <a:ext uri="{FF2B5EF4-FFF2-40B4-BE49-F238E27FC236}">
                <a16:creationId xmlns:a16="http://schemas.microsoft.com/office/drawing/2014/main" id="{650D13CB-D303-A612-E586-D7C90F5D9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019" y="3156959"/>
            <a:ext cx="262461" cy="26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heck mark - Free shapes and symbols icons">
            <a:extLst>
              <a:ext uri="{FF2B5EF4-FFF2-40B4-BE49-F238E27FC236}">
                <a16:creationId xmlns:a16="http://schemas.microsoft.com/office/drawing/2014/main" id="{F5AEFBB0-3066-788D-5EAF-7784D9723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019" y="3604857"/>
            <a:ext cx="262461" cy="26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heck mark - Free shapes and symbols icons">
            <a:extLst>
              <a:ext uri="{FF2B5EF4-FFF2-40B4-BE49-F238E27FC236}">
                <a16:creationId xmlns:a16="http://schemas.microsoft.com/office/drawing/2014/main" id="{9E60B6BF-513E-593C-7AF2-A18A5232F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019" y="4004971"/>
            <a:ext cx="262461" cy="26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heck mark - Free shapes and symbols icons">
            <a:extLst>
              <a:ext uri="{FF2B5EF4-FFF2-40B4-BE49-F238E27FC236}">
                <a16:creationId xmlns:a16="http://schemas.microsoft.com/office/drawing/2014/main" id="{08DFE38B-AB2E-301C-7380-69036B56E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834" y="4464077"/>
            <a:ext cx="262461" cy="26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heck mark - Free shapes and symbols icons">
            <a:extLst>
              <a:ext uri="{FF2B5EF4-FFF2-40B4-BE49-F238E27FC236}">
                <a16:creationId xmlns:a16="http://schemas.microsoft.com/office/drawing/2014/main" id="{D577D875-3868-E2BD-B6F6-EAC29F712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019" y="4864191"/>
            <a:ext cx="262461" cy="26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heck mark - Free shapes and symbols icons">
            <a:extLst>
              <a:ext uri="{FF2B5EF4-FFF2-40B4-BE49-F238E27FC236}">
                <a16:creationId xmlns:a16="http://schemas.microsoft.com/office/drawing/2014/main" id="{0476D580-DAF5-9161-E212-09EB3AA39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019" y="5286681"/>
            <a:ext cx="262461" cy="26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heck mark - Free shapes and symbols icons">
            <a:extLst>
              <a:ext uri="{FF2B5EF4-FFF2-40B4-BE49-F238E27FC236}">
                <a16:creationId xmlns:a16="http://schemas.microsoft.com/office/drawing/2014/main" id="{D3C772A2-2A6F-0F50-BB37-59F213D69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018" y="5723411"/>
            <a:ext cx="262461" cy="26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694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119336" y="116632"/>
            <a:ext cx="9433047" cy="1116787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/>
              <a:t>Custo-Benefício e Cobrança dos Clientes</a:t>
            </a:r>
          </a:p>
          <a:p>
            <a:pPr>
              <a:lnSpc>
                <a:spcPct val="100000"/>
              </a:lnSpc>
            </a:pPr>
            <a:r>
              <a:rPr lang="en-US" sz="1800" b="0" i="1" dirty="0"/>
              <a:t>Embora o App Interno leve mais tempo para chegar ao mercado, seu custo-benefício é imbatível.</a:t>
            </a:r>
            <a:endParaRPr lang="en-CA" sz="3200" b="0" i="1" dirty="0"/>
          </a:p>
        </p:txBody>
      </p:sp>
      <p:graphicFrame>
        <p:nvGraphicFramePr>
          <p:cNvPr id="3" name="Tabela 3">
            <a:extLst>
              <a:ext uri="{FF2B5EF4-FFF2-40B4-BE49-F238E27FC236}">
                <a16:creationId xmlns:a16="http://schemas.microsoft.com/office/drawing/2014/main" id="{107A3C1D-7D63-F3DF-22E5-FCD9502F6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177206"/>
              </p:ext>
            </p:extLst>
          </p:nvPr>
        </p:nvGraphicFramePr>
        <p:xfrm>
          <a:off x="1631504" y="1484784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2715">
                  <a:extLst>
                    <a:ext uri="{9D8B030D-6E8A-4147-A177-3AD203B41FA5}">
                      <a16:colId xmlns:a16="http://schemas.microsoft.com/office/drawing/2014/main" val="3320755339"/>
                    </a:ext>
                  </a:extLst>
                </a:gridCol>
                <a:gridCol w="2576052">
                  <a:extLst>
                    <a:ext uri="{9D8B030D-6E8A-4147-A177-3AD203B41FA5}">
                      <a16:colId xmlns:a16="http://schemas.microsoft.com/office/drawing/2014/main" val="3914303939"/>
                    </a:ext>
                  </a:extLst>
                </a:gridCol>
                <a:gridCol w="1569232">
                  <a:extLst>
                    <a:ext uri="{9D8B030D-6E8A-4147-A177-3AD203B41FA5}">
                      <a16:colId xmlns:a16="http://schemas.microsoft.com/office/drawing/2014/main" val="4105436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App Interno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TGC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36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Pico Anual de Amortização (R$)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322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Custo Anual de Licença (R$)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/>
                        <a:t>135,410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950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/>
                        <a:t>Nº de 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912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Custo por Cliente (R$)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13,541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537215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62926D25-036A-35ED-04F3-3CB841793E4D}"/>
              </a:ext>
            </a:extLst>
          </p:cNvPr>
          <p:cNvSpPr txBox="1"/>
          <p:nvPr/>
        </p:nvSpPr>
        <p:spPr>
          <a:xfrm>
            <a:off x="983432" y="3789040"/>
            <a:ext cx="10081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Não vamos cobrar os clientes diretamente. Em vez disso, vamos incluir um markup no preço dos produtos para confinamento (todos os clientes) para cobrir os custos de desenvolvimento.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F9C2AC2-0055-4A4C-0789-FAD480631618}"/>
              </a:ext>
            </a:extLst>
          </p:cNvPr>
          <p:cNvSpPr/>
          <p:nvPr/>
        </p:nvSpPr>
        <p:spPr>
          <a:xfrm>
            <a:off x="1034641" y="4952686"/>
            <a:ext cx="3024336" cy="14286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SP Atual R$ (anual):</a:t>
            </a:r>
          </a:p>
          <a:p>
            <a:pPr algn="ctr"/>
            <a:r>
              <a:rPr lang="en-CA" sz="3200" dirty="0"/>
              <a:t>13 M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A964AE5-5853-BDF3-C26A-56CAA348C6E7}"/>
              </a:ext>
            </a:extLst>
          </p:cNvPr>
          <p:cNvSpPr/>
          <p:nvPr/>
        </p:nvSpPr>
        <p:spPr>
          <a:xfrm>
            <a:off x="4465421" y="4952686"/>
            <a:ext cx="3024336" cy="14286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Amortização R$ (anual):</a:t>
            </a:r>
          </a:p>
          <a:p>
            <a:pPr algn="ctr"/>
            <a:r>
              <a:rPr lang="en-CA" sz="3200" dirty="0"/>
              <a:t>0.5 M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5945D86-498A-C172-DCB5-43472845B4C2}"/>
              </a:ext>
            </a:extLst>
          </p:cNvPr>
          <p:cNvSpPr/>
          <p:nvPr/>
        </p:nvSpPr>
        <p:spPr>
          <a:xfrm>
            <a:off x="7896200" y="4939136"/>
            <a:ext cx="3024336" cy="1442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Markup:</a:t>
            </a:r>
          </a:p>
          <a:p>
            <a:pPr algn="ctr"/>
            <a:r>
              <a:rPr lang="en-CA" sz="3200"/>
              <a:t>3.8% </a:t>
            </a:r>
          </a:p>
          <a:p>
            <a:pPr algn="ctr"/>
            <a:r>
              <a:rPr lang="en-CA" sz="1400" i="1"/>
              <a:t>A ser aplicado no Preço Final de todos os produtos para confinamento</a:t>
            </a:r>
            <a:endParaRPr lang="en-CA" i="1"/>
          </a:p>
        </p:txBody>
      </p:sp>
    </p:spTree>
    <p:extLst>
      <p:ext uri="{BB962C8B-B14F-4D97-AF65-F5344CB8AC3E}">
        <p14:creationId xmlns:p14="http://schemas.microsoft.com/office/powerpoint/2010/main" val="4069453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119336" y="116632"/>
            <a:ext cx="9433047" cy="1116787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/>
              <a:t>ROI e Projeções Financeiras</a:t>
            </a:r>
          </a:p>
          <a:p>
            <a:pPr>
              <a:lnSpc>
                <a:spcPct val="100000"/>
              </a:lnSpc>
            </a:pPr>
            <a:r>
              <a:rPr lang="en-US" sz="1800" b="0" i="1" dirty="0"/>
              <a:t>Mesmo investindo R$ 3 milhões em 5 anos, o Retorno sobre o Investimento é atrativo.</a:t>
            </a:r>
            <a:endParaRPr lang="en-CA" sz="3200" b="0" i="1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03D52D9D-0E4C-7CD5-745C-FAFCF06DD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712943"/>
              </p:ext>
            </p:extLst>
          </p:nvPr>
        </p:nvGraphicFramePr>
        <p:xfrm>
          <a:off x="327781" y="1053755"/>
          <a:ext cx="8795407" cy="5731329"/>
        </p:xfrm>
        <a:graphic>
          <a:graphicData uri="http://schemas.openxmlformats.org/drawingml/2006/table">
            <a:tbl>
              <a:tblPr/>
              <a:tblGrid>
                <a:gridCol w="3253354">
                  <a:extLst>
                    <a:ext uri="{9D8B030D-6E8A-4147-A177-3AD203B41FA5}">
                      <a16:colId xmlns:a16="http://schemas.microsoft.com/office/drawing/2014/main" val="269137348"/>
                    </a:ext>
                  </a:extLst>
                </a:gridCol>
                <a:gridCol w="907913">
                  <a:extLst>
                    <a:ext uri="{9D8B030D-6E8A-4147-A177-3AD203B41FA5}">
                      <a16:colId xmlns:a16="http://schemas.microsoft.com/office/drawing/2014/main" val="3272063509"/>
                    </a:ext>
                  </a:extLst>
                </a:gridCol>
                <a:gridCol w="907913">
                  <a:extLst>
                    <a:ext uri="{9D8B030D-6E8A-4147-A177-3AD203B41FA5}">
                      <a16:colId xmlns:a16="http://schemas.microsoft.com/office/drawing/2014/main" val="292010694"/>
                    </a:ext>
                  </a:extLst>
                </a:gridCol>
                <a:gridCol w="907913">
                  <a:extLst>
                    <a:ext uri="{9D8B030D-6E8A-4147-A177-3AD203B41FA5}">
                      <a16:colId xmlns:a16="http://schemas.microsoft.com/office/drawing/2014/main" val="4201588858"/>
                    </a:ext>
                  </a:extLst>
                </a:gridCol>
                <a:gridCol w="907913">
                  <a:extLst>
                    <a:ext uri="{9D8B030D-6E8A-4147-A177-3AD203B41FA5}">
                      <a16:colId xmlns:a16="http://schemas.microsoft.com/office/drawing/2014/main" val="3902401795"/>
                    </a:ext>
                  </a:extLst>
                </a:gridCol>
                <a:gridCol w="907913">
                  <a:extLst>
                    <a:ext uri="{9D8B030D-6E8A-4147-A177-3AD203B41FA5}">
                      <a16:colId xmlns:a16="http://schemas.microsoft.com/office/drawing/2014/main" val="2292610347"/>
                    </a:ext>
                  </a:extLst>
                </a:gridCol>
                <a:gridCol w="1002488">
                  <a:extLst>
                    <a:ext uri="{9D8B030D-6E8A-4147-A177-3AD203B41FA5}">
                      <a16:colId xmlns:a16="http://schemas.microsoft.com/office/drawing/2014/main" val="1334623545"/>
                    </a:ext>
                  </a:extLst>
                </a:gridCol>
              </a:tblGrid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Visão Financeira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em R$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394589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Ano 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349323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Nº Clientes Ativos (Atuais/Defesa)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6769913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 Médio / Cliente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0278721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 R$ Clientes Atuais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6,800,000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6,800,000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6,800,000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6,800,000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7665152"/>
                  </a:ext>
                </a:extLst>
              </a:tr>
              <a:tr h="109583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2493001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Nº Clientes Ativos (Novos/Prospects)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369150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 Médio / Cliente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754540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 R$ Clientes Novos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5,100,000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6,800,000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709080"/>
                  </a:ext>
                </a:extLst>
              </a:tr>
              <a:tr h="109583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2770787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Nº Total de Clientes Ativos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9176537"/>
                  </a:ext>
                </a:extLst>
              </a:tr>
              <a:tr h="109583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517905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Desenvolvimento de Software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987486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CAPEX R$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0072628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Amortização R$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823785"/>
                  </a:ext>
                </a:extLst>
              </a:tr>
              <a:tr h="109583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8427517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Recursos Humanos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22052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FTE para Suporte de TI / Instalação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97499"/>
                  </a:ext>
                </a:extLst>
              </a:tr>
              <a:tr h="109583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681083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Marketing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209470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MarCom Geral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4119343"/>
                  </a:ext>
                </a:extLst>
              </a:tr>
              <a:tr h="21440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Eventos Técnicos com Confinadores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400,000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074361"/>
                  </a:ext>
                </a:extLst>
              </a:tr>
              <a:tr h="109583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007217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Economia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919529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Licenças TGC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5093794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 por Licença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13,541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13,541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13,541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13,541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13,541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13,541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019416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Investimento Total TGC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135,410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67,705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673809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Economia Total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67,705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135,410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135,410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135,410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135,410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923404"/>
                  </a:ext>
                </a:extLst>
              </a:tr>
              <a:tr h="109583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9504619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Market Share</a:t>
                      </a:r>
                    </a:p>
                  </a:txBody>
                  <a:tcPr marL="4764" marR="4764" marT="47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9.6%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9.6%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10.9%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12.1%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13.4%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14.7%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995535"/>
                  </a:ext>
                </a:extLst>
              </a:tr>
              <a:tr h="109583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081441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DO ANO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-32,295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1,324,410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2,843,410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4,343,410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5,843,410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737270"/>
                  </a:ext>
                </a:extLst>
              </a:tr>
              <a:tr h="11434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ACUMULADO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-32,295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1,292,115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4,135,525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8,478,935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14,322,345</a:t>
                      </a:r>
                    </a:p>
                  </a:txBody>
                  <a:tcPr marL="4764" marR="4764" marT="47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734256"/>
                  </a:ext>
                </a:extLst>
              </a:tr>
            </a:tbl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C713204E-0C43-3999-10E0-61D7692FF653}"/>
              </a:ext>
            </a:extLst>
          </p:cNvPr>
          <p:cNvSpPr/>
          <p:nvPr/>
        </p:nvSpPr>
        <p:spPr>
          <a:xfrm>
            <a:off x="116843" y="1976284"/>
            <a:ext cx="9153832" cy="717755"/>
          </a:xfrm>
          <a:prstGeom prst="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ela 3">
            <a:extLst>
              <a:ext uri="{FF2B5EF4-FFF2-40B4-BE49-F238E27FC236}">
                <a16:creationId xmlns:a16="http://schemas.microsoft.com/office/drawing/2014/main" id="{C492E521-DBD5-41B3-1333-534267240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941405"/>
              </p:ext>
            </p:extLst>
          </p:nvPr>
        </p:nvGraphicFramePr>
        <p:xfrm>
          <a:off x="9447312" y="3255597"/>
          <a:ext cx="260744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594">
                  <a:extLst>
                    <a:ext uri="{9D8B030D-6E8A-4147-A177-3AD203B41FA5}">
                      <a16:colId xmlns:a16="http://schemas.microsoft.com/office/drawing/2014/main" val="3320755339"/>
                    </a:ext>
                  </a:extLst>
                </a:gridCol>
                <a:gridCol w="1206855">
                  <a:extLst>
                    <a:ext uri="{9D8B030D-6E8A-4147-A177-3AD203B41FA5}">
                      <a16:colId xmlns:a16="http://schemas.microsoft.com/office/drawing/2014/main" val="3914303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VPL / TIR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Em R$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36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VPL 1-10 </a:t>
                      </a:r>
                      <a:r>
                        <a:rPr lang="pt-BR" sz="1400" u="none" strike="noStrike" dirty="0" err="1">
                          <a:effectLst/>
                        </a:rPr>
                        <a:t>anos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>
                          <a:effectLst/>
                        </a:rPr>
                        <a:t>16,062,973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867322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VPL VT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 dirty="0">
                          <a:effectLst/>
                        </a:rPr>
                        <a:t>26,070,982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760950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VPL Total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 dirty="0">
                          <a:effectLst/>
                        </a:rPr>
                        <a:t>42,133,956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679912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TIR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u="none" strike="noStrike" dirty="0">
                          <a:effectLst/>
                        </a:rPr>
                        <a:t>62%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883537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752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6">
            <a:extLst>
              <a:ext uri="{FF2B5EF4-FFF2-40B4-BE49-F238E27FC236}">
                <a16:creationId xmlns:a16="http://schemas.microsoft.com/office/drawing/2014/main" id="{36D733F1-8E9F-E0A5-024C-B007DC71B425}"/>
              </a:ext>
            </a:extLst>
          </p:cNvPr>
          <p:cNvSpPr/>
          <p:nvPr/>
        </p:nvSpPr>
        <p:spPr>
          <a:xfrm flipH="1">
            <a:off x="6111798" y="4169375"/>
            <a:ext cx="5829775" cy="2399376"/>
          </a:xfrm>
          <a:prstGeom prst="roundRect">
            <a:avLst>
              <a:gd name="adj" fmla="val 1045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orma Livre: Forma 57">
            <a:extLst>
              <a:ext uri="{FF2B5EF4-FFF2-40B4-BE49-F238E27FC236}">
                <a16:creationId xmlns:a16="http://schemas.microsoft.com/office/drawing/2014/main" id="{B477F44A-19DB-6CE1-A99F-2C2530DF54FB}"/>
              </a:ext>
            </a:extLst>
          </p:cNvPr>
          <p:cNvSpPr/>
          <p:nvPr/>
        </p:nvSpPr>
        <p:spPr>
          <a:xfrm>
            <a:off x="6124989" y="4165523"/>
            <a:ext cx="5792975" cy="2343427"/>
          </a:xfrm>
          <a:custGeom>
            <a:avLst/>
            <a:gdLst>
              <a:gd name="connsiteX0" fmla="*/ 1732732 w 5792975"/>
              <a:gd name="connsiteY0" fmla="*/ 0 h 2343427"/>
              <a:gd name="connsiteX1" fmla="*/ 5460730 w 5792975"/>
              <a:gd name="connsiteY1" fmla="*/ 0 h 2343427"/>
              <a:gd name="connsiteX2" fmla="*/ 5792975 w 5792975"/>
              <a:gd name="connsiteY2" fmla="*/ 332245 h 2343427"/>
              <a:gd name="connsiteX3" fmla="*/ 5792975 w 5792975"/>
              <a:gd name="connsiteY3" fmla="*/ 1468352 h 2343427"/>
              <a:gd name="connsiteX4" fmla="*/ 5792975 w 5792975"/>
              <a:gd name="connsiteY4" fmla="*/ 1661186 h 2343427"/>
              <a:gd name="connsiteX5" fmla="*/ 5792975 w 5792975"/>
              <a:gd name="connsiteY5" fmla="*/ 2168408 h 2343427"/>
              <a:gd name="connsiteX6" fmla="*/ 5617956 w 5792975"/>
              <a:gd name="connsiteY6" fmla="*/ 2343427 h 2343427"/>
              <a:gd name="connsiteX7" fmla="*/ 175019 w 5792975"/>
              <a:gd name="connsiteY7" fmla="*/ 2343427 h 2343427"/>
              <a:gd name="connsiteX8" fmla="*/ 0 w 5792975"/>
              <a:gd name="connsiteY8" fmla="*/ 2168408 h 2343427"/>
              <a:gd name="connsiteX9" fmla="*/ 0 w 5792975"/>
              <a:gd name="connsiteY9" fmla="*/ 1683632 h 2343427"/>
              <a:gd name="connsiteX10" fmla="*/ 0 w 5792975"/>
              <a:gd name="connsiteY10" fmla="*/ 1468352 h 2343427"/>
              <a:gd name="connsiteX11" fmla="*/ 0 w 5792975"/>
              <a:gd name="connsiteY11" fmla="*/ 683197 h 2343427"/>
              <a:gd name="connsiteX12" fmla="*/ 8368 w 5792975"/>
              <a:gd name="connsiteY12" fmla="*/ 682774 h 2343427"/>
              <a:gd name="connsiteX13" fmla="*/ 681802 w 5792975"/>
              <a:gd name="connsiteY13" fmla="*/ 73916 h 2343427"/>
              <a:gd name="connsiteX14" fmla="*/ 692504 w 5792975"/>
              <a:gd name="connsiteY14" fmla="*/ 3786 h 2343427"/>
              <a:gd name="connsiteX15" fmla="*/ 1679846 w 5792975"/>
              <a:gd name="connsiteY15" fmla="*/ 3786 h 2343427"/>
              <a:gd name="connsiteX16" fmla="*/ 1687511 w 5792975"/>
              <a:gd name="connsiteY16" fmla="*/ 4559 h 2343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792975" h="2343427">
                <a:moveTo>
                  <a:pt x="1732732" y="0"/>
                </a:moveTo>
                <a:lnTo>
                  <a:pt x="5460730" y="0"/>
                </a:lnTo>
                <a:cubicBezTo>
                  <a:pt x="5644224" y="0"/>
                  <a:pt x="5792975" y="148751"/>
                  <a:pt x="5792975" y="332245"/>
                </a:cubicBezTo>
                <a:lnTo>
                  <a:pt x="5792975" y="1468352"/>
                </a:lnTo>
                <a:lnTo>
                  <a:pt x="5792975" y="1661186"/>
                </a:lnTo>
                <a:lnTo>
                  <a:pt x="5792975" y="2168408"/>
                </a:lnTo>
                <a:cubicBezTo>
                  <a:pt x="5792975" y="2265068"/>
                  <a:pt x="5714616" y="2343427"/>
                  <a:pt x="5617956" y="2343427"/>
                </a:cubicBezTo>
                <a:lnTo>
                  <a:pt x="175019" y="2343427"/>
                </a:lnTo>
                <a:cubicBezTo>
                  <a:pt x="78359" y="2343427"/>
                  <a:pt x="0" y="2265068"/>
                  <a:pt x="0" y="2168408"/>
                </a:cubicBezTo>
                <a:lnTo>
                  <a:pt x="0" y="1683632"/>
                </a:lnTo>
                <a:lnTo>
                  <a:pt x="0" y="1468352"/>
                </a:lnTo>
                <a:lnTo>
                  <a:pt x="0" y="683197"/>
                </a:lnTo>
                <a:lnTo>
                  <a:pt x="8368" y="682774"/>
                </a:lnTo>
                <a:cubicBezTo>
                  <a:pt x="343782" y="648712"/>
                  <a:pt x="615347" y="398671"/>
                  <a:pt x="681802" y="73916"/>
                </a:cubicBezTo>
                <a:lnTo>
                  <a:pt x="692504" y="3786"/>
                </a:lnTo>
                <a:lnTo>
                  <a:pt x="1679846" y="3786"/>
                </a:lnTo>
                <a:lnTo>
                  <a:pt x="1687511" y="45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70" name="TextBox 14">
            <a:extLst>
              <a:ext uri="{FF2B5EF4-FFF2-40B4-BE49-F238E27FC236}">
                <a16:creationId xmlns:a16="http://schemas.microsoft.com/office/drawing/2014/main" id="{C1F875D9-F2E4-3A9A-40A3-46DCA9A79489}"/>
              </a:ext>
            </a:extLst>
          </p:cNvPr>
          <p:cNvSpPr txBox="1"/>
          <p:nvPr/>
        </p:nvSpPr>
        <p:spPr>
          <a:xfrm>
            <a:off x="6228460" y="4964968"/>
            <a:ext cx="5484163" cy="14976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Problemas imprevistos com a Software House parceira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Não acompanhar a evolução tecnológica ao longo do tempo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Dificuldade de integração com diversos modelos/marcas de </a:t>
            </a:r>
            <a:r>
              <a:rPr lang="en-US" altLang="ko-KR" sz="120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hardwares de terceiros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Não conseguir incluir o markup no preço dos itens de confinamento</a:t>
            </a:r>
          </a:p>
        </p:txBody>
      </p:sp>
      <p:sp>
        <p:nvSpPr>
          <p:cNvPr id="77" name="TextBox 17">
            <a:extLst>
              <a:ext uri="{FF2B5EF4-FFF2-40B4-BE49-F238E27FC236}">
                <a16:creationId xmlns:a16="http://schemas.microsoft.com/office/drawing/2014/main" id="{3E165C35-D211-935D-EAE2-24A84A712CC7}"/>
              </a:ext>
            </a:extLst>
          </p:cNvPr>
          <p:cNvSpPr txBox="1"/>
          <p:nvPr/>
        </p:nvSpPr>
        <p:spPr>
          <a:xfrm>
            <a:off x="6039250" y="4227873"/>
            <a:ext cx="651463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  <a:cs typeface="Arial" pitchFamily="34" charset="0"/>
              </a:rPr>
              <a:t>A</a:t>
            </a:r>
            <a:endParaRPr lang="ko-KR" altLang="en-US" sz="32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119336" y="116632"/>
            <a:ext cx="9433047" cy="1116787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/>
              <a:t>Análise SWOT</a:t>
            </a:r>
            <a:br>
              <a:rPr lang="en-CA" sz="3200"/>
            </a:br>
            <a:r>
              <a:rPr lang="en-US" sz="1800" b="0" i="1"/>
              <a:t>A maioria das Oportunidades e Ameaças decorre da nossa decisão de desenvolver a plataforma internamente, em vez de usar produtos de prateleira já existentes no mercado.</a:t>
            </a:r>
            <a:endParaRPr lang="en-CA" sz="3200" b="0" i="1"/>
          </a:p>
        </p:txBody>
      </p:sp>
      <p:sp>
        <p:nvSpPr>
          <p:cNvPr id="2" name="Rectangle: Rounded Corners 4">
            <a:extLst>
              <a:ext uri="{FF2B5EF4-FFF2-40B4-BE49-F238E27FC236}">
                <a16:creationId xmlns:a16="http://schemas.microsoft.com/office/drawing/2014/main" id="{BC668DDD-9C65-6E64-27E8-57E3E47C6BCB}"/>
              </a:ext>
            </a:extLst>
          </p:cNvPr>
          <p:cNvSpPr/>
          <p:nvPr/>
        </p:nvSpPr>
        <p:spPr>
          <a:xfrm>
            <a:off x="268681" y="1548881"/>
            <a:ext cx="5678504" cy="2462339"/>
          </a:xfrm>
          <a:prstGeom prst="roundRect">
            <a:avLst>
              <a:gd name="adj" fmla="val 1045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D933B35D-6F0D-9A54-9543-A80FAE17C429}"/>
              </a:ext>
            </a:extLst>
          </p:cNvPr>
          <p:cNvSpPr/>
          <p:nvPr/>
        </p:nvSpPr>
        <p:spPr>
          <a:xfrm>
            <a:off x="6111800" y="1548881"/>
            <a:ext cx="5829775" cy="2462339"/>
          </a:xfrm>
          <a:prstGeom prst="roundRect">
            <a:avLst>
              <a:gd name="adj" fmla="val 1045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7">
            <a:extLst>
              <a:ext uri="{FF2B5EF4-FFF2-40B4-BE49-F238E27FC236}">
                <a16:creationId xmlns:a16="http://schemas.microsoft.com/office/drawing/2014/main" id="{7E2B51CD-8632-11C4-3985-D6DF279FBE17}"/>
              </a:ext>
            </a:extLst>
          </p:cNvPr>
          <p:cNvSpPr/>
          <p:nvPr/>
        </p:nvSpPr>
        <p:spPr>
          <a:xfrm flipH="1">
            <a:off x="270587" y="4169376"/>
            <a:ext cx="5678504" cy="2399376"/>
          </a:xfrm>
          <a:prstGeom prst="roundRect">
            <a:avLst>
              <a:gd name="adj" fmla="val 1045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F0741FCD-69B1-1BD2-0C0F-4B40EA4C9DC0}"/>
              </a:ext>
            </a:extLst>
          </p:cNvPr>
          <p:cNvSpPr/>
          <p:nvPr/>
        </p:nvSpPr>
        <p:spPr>
          <a:xfrm flipH="1">
            <a:off x="6121352" y="1586818"/>
            <a:ext cx="5797964" cy="2429883"/>
          </a:xfrm>
          <a:custGeom>
            <a:avLst/>
            <a:gdLst>
              <a:gd name="connsiteX0" fmla="*/ 5622945 w 5797964"/>
              <a:gd name="connsiteY0" fmla="*/ 0 h 2429883"/>
              <a:gd name="connsiteX1" fmla="*/ 175019 w 5797964"/>
              <a:gd name="connsiteY1" fmla="*/ 0 h 2429883"/>
              <a:gd name="connsiteX2" fmla="*/ 0 w 5797964"/>
              <a:gd name="connsiteY2" fmla="*/ 175019 h 2429883"/>
              <a:gd name="connsiteX3" fmla="*/ 0 w 5797964"/>
              <a:gd name="connsiteY3" fmla="*/ 759564 h 2429883"/>
              <a:gd name="connsiteX4" fmla="*/ 0 w 5797964"/>
              <a:gd name="connsiteY4" fmla="*/ 875075 h 2429883"/>
              <a:gd name="connsiteX5" fmla="*/ 0 w 5797964"/>
              <a:gd name="connsiteY5" fmla="*/ 2095811 h 2429883"/>
              <a:gd name="connsiteX6" fmla="*/ 334072 w 5797964"/>
              <a:gd name="connsiteY6" fmla="*/ 2429883 h 2429883"/>
              <a:gd name="connsiteX7" fmla="*/ 4003152 w 5797964"/>
              <a:gd name="connsiteY7" fmla="*/ 2429883 h 2429883"/>
              <a:gd name="connsiteX8" fmla="*/ 4058416 w 5797964"/>
              <a:gd name="connsiteY8" fmla="*/ 2429883 h 2429883"/>
              <a:gd name="connsiteX9" fmla="*/ 5103835 w 5797964"/>
              <a:gd name="connsiteY9" fmla="*/ 2429883 h 2429883"/>
              <a:gd name="connsiteX10" fmla="*/ 5104532 w 5797964"/>
              <a:gd name="connsiteY10" fmla="*/ 2416082 h 2429883"/>
              <a:gd name="connsiteX11" fmla="*/ 5789596 w 5797964"/>
              <a:gd name="connsiteY11" fmla="*/ 1731018 h 2429883"/>
              <a:gd name="connsiteX12" fmla="*/ 5797964 w 5797964"/>
              <a:gd name="connsiteY12" fmla="*/ 1730595 h 2429883"/>
              <a:gd name="connsiteX13" fmla="*/ 5797964 w 5797964"/>
              <a:gd name="connsiteY13" fmla="*/ 875075 h 2429883"/>
              <a:gd name="connsiteX14" fmla="*/ 5797964 w 5797964"/>
              <a:gd name="connsiteY14" fmla="*/ 635071 h 2429883"/>
              <a:gd name="connsiteX15" fmla="*/ 5797964 w 5797964"/>
              <a:gd name="connsiteY15" fmla="*/ 175019 h 2429883"/>
              <a:gd name="connsiteX16" fmla="*/ 5622945 w 5797964"/>
              <a:gd name="connsiteY16" fmla="*/ 0 h 2429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797964" h="2429883">
                <a:moveTo>
                  <a:pt x="5622945" y="0"/>
                </a:moveTo>
                <a:lnTo>
                  <a:pt x="175019" y="0"/>
                </a:lnTo>
                <a:cubicBezTo>
                  <a:pt x="78359" y="0"/>
                  <a:pt x="0" y="78359"/>
                  <a:pt x="0" y="175019"/>
                </a:cubicBezTo>
                <a:lnTo>
                  <a:pt x="0" y="759564"/>
                </a:lnTo>
                <a:lnTo>
                  <a:pt x="0" y="875075"/>
                </a:lnTo>
                <a:lnTo>
                  <a:pt x="0" y="2095811"/>
                </a:lnTo>
                <a:cubicBezTo>
                  <a:pt x="0" y="2280314"/>
                  <a:pt x="149569" y="2429883"/>
                  <a:pt x="334072" y="2429883"/>
                </a:cubicBezTo>
                <a:lnTo>
                  <a:pt x="4003152" y="2429883"/>
                </a:lnTo>
                <a:lnTo>
                  <a:pt x="4058416" y="2429883"/>
                </a:lnTo>
                <a:lnTo>
                  <a:pt x="5103835" y="2429883"/>
                </a:lnTo>
                <a:lnTo>
                  <a:pt x="5104532" y="2416082"/>
                </a:lnTo>
                <a:cubicBezTo>
                  <a:pt x="5141215" y="2054867"/>
                  <a:pt x="5428381" y="1767701"/>
                  <a:pt x="5789596" y="1731018"/>
                </a:cubicBezTo>
                <a:lnTo>
                  <a:pt x="5797964" y="1730595"/>
                </a:lnTo>
                <a:lnTo>
                  <a:pt x="5797964" y="875075"/>
                </a:lnTo>
                <a:lnTo>
                  <a:pt x="5797964" y="635071"/>
                </a:lnTo>
                <a:lnTo>
                  <a:pt x="5797964" y="175019"/>
                </a:lnTo>
                <a:cubicBezTo>
                  <a:pt x="5797964" y="78359"/>
                  <a:pt x="5719605" y="0"/>
                  <a:pt x="56229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2" name="Forma Livre: Forma 61">
            <a:extLst>
              <a:ext uri="{FF2B5EF4-FFF2-40B4-BE49-F238E27FC236}">
                <a16:creationId xmlns:a16="http://schemas.microsoft.com/office/drawing/2014/main" id="{25416C92-91FF-6B13-96FE-6EBDAAA7FC45}"/>
              </a:ext>
            </a:extLst>
          </p:cNvPr>
          <p:cNvSpPr/>
          <p:nvPr/>
        </p:nvSpPr>
        <p:spPr>
          <a:xfrm flipH="1">
            <a:off x="298580" y="1586818"/>
            <a:ext cx="5652051" cy="2440605"/>
          </a:xfrm>
          <a:custGeom>
            <a:avLst/>
            <a:gdLst>
              <a:gd name="connsiteX0" fmla="*/ 5462103 w 5652051"/>
              <a:gd name="connsiteY0" fmla="*/ 0 h 2440605"/>
              <a:gd name="connsiteX1" fmla="*/ 189948 w 5652051"/>
              <a:gd name="connsiteY1" fmla="*/ 0 h 2440605"/>
              <a:gd name="connsiteX2" fmla="*/ 0 w 5652051"/>
              <a:gd name="connsiteY2" fmla="*/ 189948 h 2440605"/>
              <a:gd name="connsiteX3" fmla="*/ 0 w 5652051"/>
              <a:gd name="connsiteY3" fmla="*/ 949719 h 2440605"/>
              <a:gd name="connsiteX4" fmla="*/ 8926 w 5652051"/>
              <a:gd name="connsiteY4" fmla="*/ 993932 h 2440605"/>
              <a:gd name="connsiteX5" fmla="*/ 6423 w 5652051"/>
              <a:gd name="connsiteY5" fmla="*/ 1006331 h 2440605"/>
              <a:gd name="connsiteX6" fmla="*/ 6423 w 5652051"/>
              <a:gd name="connsiteY6" fmla="*/ 1740040 h 2440605"/>
              <a:gd name="connsiteX7" fmla="*/ 12538 w 5652051"/>
              <a:gd name="connsiteY7" fmla="*/ 1740349 h 2440605"/>
              <a:gd name="connsiteX8" fmla="*/ 697602 w 5652051"/>
              <a:gd name="connsiteY8" fmla="*/ 2425413 h 2440605"/>
              <a:gd name="connsiteX9" fmla="*/ 698299 w 5652051"/>
              <a:gd name="connsiteY9" fmla="*/ 2439214 h 2440605"/>
              <a:gd name="connsiteX10" fmla="*/ 1370101 w 5652051"/>
              <a:gd name="connsiteY10" fmla="*/ 2439214 h 2440605"/>
              <a:gd name="connsiteX11" fmla="*/ 1383899 w 5652051"/>
              <a:gd name="connsiteY11" fmla="*/ 2440605 h 2440605"/>
              <a:gd name="connsiteX12" fmla="*/ 5317957 w 5652051"/>
              <a:gd name="connsiteY12" fmla="*/ 2440605 h 2440605"/>
              <a:gd name="connsiteX13" fmla="*/ 5652029 w 5652051"/>
              <a:gd name="connsiteY13" fmla="*/ 2106533 h 2440605"/>
              <a:gd name="connsiteX14" fmla="*/ 5652029 w 5652051"/>
              <a:gd name="connsiteY14" fmla="*/ 949829 h 2440605"/>
              <a:gd name="connsiteX15" fmla="*/ 5652051 w 5652051"/>
              <a:gd name="connsiteY15" fmla="*/ 949719 h 2440605"/>
              <a:gd name="connsiteX16" fmla="*/ 5652051 w 5652051"/>
              <a:gd name="connsiteY16" fmla="*/ 189948 h 2440605"/>
              <a:gd name="connsiteX17" fmla="*/ 5462103 w 5652051"/>
              <a:gd name="connsiteY17" fmla="*/ 0 h 2440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652051" h="2440605">
                <a:moveTo>
                  <a:pt x="5462103" y="0"/>
                </a:moveTo>
                <a:lnTo>
                  <a:pt x="189948" y="0"/>
                </a:lnTo>
                <a:cubicBezTo>
                  <a:pt x="85043" y="0"/>
                  <a:pt x="0" y="85043"/>
                  <a:pt x="0" y="189948"/>
                </a:cubicBezTo>
                <a:lnTo>
                  <a:pt x="0" y="949719"/>
                </a:lnTo>
                <a:lnTo>
                  <a:pt x="8926" y="993932"/>
                </a:lnTo>
                <a:lnTo>
                  <a:pt x="6423" y="1006331"/>
                </a:lnTo>
                <a:lnTo>
                  <a:pt x="6423" y="1740040"/>
                </a:lnTo>
                <a:lnTo>
                  <a:pt x="12538" y="1740349"/>
                </a:lnTo>
                <a:cubicBezTo>
                  <a:pt x="373753" y="1777032"/>
                  <a:pt x="660919" y="2064198"/>
                  <a:pt x="697602" y="2425413"/>
                </a:cubicBezTo>
                <a:lnTo>
                  <a:pt x="698299" y="2439214"/>
                </a:lnTo>
                <a:lnTo>
                  <a:pt x="1370101" y="2439214"/>
                </a:lnTo>
                <a:lnTo>
                  <a:pt x="1383899" y="2440605"/>
                </a:lnTo>
                <a:lnTo>
                  <a:pt x="5317957" y="2440605"/>
                </a:lnTo>
                <a:cubicBezTo>
                  <a:pt x="5502460" y="2440605"/>
                  <a:pt x="5652029" y="2291036"/>
                  <a:pt x="5652029" y="2106533"/>
                </a:cubicBezTo>
                <a:lnTo>
                  <a:pt x="5652029" y="949829"/>
                </a:lnTo>
                <a:lnTo>
                  <a:pt x="5652051" y="949719"/>
                </a:lnTo>
                <a:lnTo>
                  <a:pt x="5652051" y="189948"/>
                </a:lnTo>
                <a:cubicBezTo>
                  <a:pt x="5652051" y="85043"/>
                  <a:pt x="5567008" y="0"/>
                  <a:pt x="546210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: Shape 10">
            <a:extLst>
              <a:ext uri="{FF2B5EF4-FFF2-40B4-BE49-F238E27FC236}">
                <a16:creationId xmlns:a16="http://schemas.microsoft.com/office/drawing/2014/main" id="{32C21806-2062-F37C-2901-E0BA84D2473F}"/>
              </a:ext>
            </a:extLst>
          </p:cNvPr>
          <p:cNvSpPr/>
          <p:nvPr/>
        </p:nvSpPr>
        <p:spPr>
          <a:xfrm flipH="1">
            <a:off x="5262420" y="3304542"/>
            <a:ext cx="1534998" cy="1534998"/>
          </a:xfrm>
          <a:custGeom>
            <a:avLst/>
            <a:gdLst>
              <a:gd name="connsiteX0" fmla="*/ 767499 w 1534998"/>
              <a:gd name="connsiteY0" fmla="*/ 0 h 1534998"/>
              <a:gd name="connsiteX1" fmla="*/ 697395 w 1534998"/>
              <a:gd name="connsiteY1" fmla="*/ 3540 h 1534998"/>
              <a:gd name="connsiteX2" fmla="*/ 697395 w 1534998"/>
              <a:gd name="connsiteY2" fmla="*/ 493249 h 1534998"/>
              <a:gd name="connsiteX3" fmla="*/ 487816 w 1534998"/>
              <a:gd name="connsiteY3" fmla="*/ 702828 h 1534998"/>
              <a:gd name="connsiteX4" fmla="*/ 3266 w 1534998"/>
              <a:gd name="connsiteY4" fmla="*/ 702828 h 1534998"/>
              <a:gd name="connsiteX5" fmla="*/ 0 w 1534998"/>
              <a:gd name="connsiteY5" fmla="*/ 767499 h 1534998"/>
              <a:gd name="connsiteX6" fmla="*/ 3963 w 1534998"/>
              <a:gd name="connsiteY6" fmla="*/ 845971 h 1534998"/>
              <a:gd name="connsiteX7" fmla="*/ 4891 w 1534998"/>
              <a:gd name="connsiteY7" fmla="*/ 852047 h 1534998"/>
              <a:gd name="connsiteX8" fmla="*/ 501240 w 1534998"/>
              <a:gd name="connsiteY8" fmla="*/ 852047 h 1534998"/>
              <a:gd name="connsiteX9" fmla="*/ 697395 w 1534998"/>
              <a:gd name="connsiteY9" fmla="*/ 1048202 h 1534998"/>
              <a:gd name="connsiteX10" fmla="*/ 697395 w 1534998"/>
              <a:gd name="connsiteY10" fmla="*/ 1531458 h 1534998"/>
              <a:gd name="connsiteX11" fmla="*/ 767499 w 1534998"/>
              <a:gd name="connsiteY11" fmla="*/ 1534998 h 1534998"/>
              <a:gd name="connsiteX12" fmla="*/ 839856 w 1534998"/>
              <a:gd name="connsiteY12" fmla="*/ 1531344 h 1534998"/>
              <a:gd name="connsiteX13" fmla="*/ 839856 w 1534998"/>
              <a:gd name="connsiteY13" fmla="*/ 1097748 h 1534998"/>
              <a:gd name="connsiteX14" fmla="*/ 1085557 w 1534998"/>
              <a:gd name="connsiteY14" fmla="*/ 852047 h 1534998"/>
              <a:gd name="connsiteX15" fmla="*/ 1530108 w 1534998"/>
              <a:gd name="connsiteY15" fmla="*/ 852047 h 1534998"/>
              <a:gd name="connsiteX16" fmla="*/ 1531035 w 1534998"/>
              <a:gd name="connsiteY16" fmla="*/ 845971 h 1534998"/>
              <a:gd name="connsiteX17" fmla="*/ 1534998 w 1534998"/>
              <a:gd name="connsiteY17" fmla="*/ 767499 h 1534998"/>
              <a:gd name="connsiteX18" fmla="*/ 1531732 w 1534998"/>
              <a:gd name="connsiteY18" fmla="*/ 702828 h 1534998"/>
              <a:gd name="connsiteX19" fmla="*/ 1007173 w 1534998"/>
              <a:gd name="connsiteY19" fmla="*/ 702828 h 1534998"/>
              <a:gd name="connsiteX20" fmla="*/ 839856 w 1534998"/>
              <a:gd name="connsiteY20" fmla="*/ 535511 h 1534998"/>
              <a:gd name="connsiteX21" fmla="*/ 839856 w 1534998"/>
              <a:gd name="connsiteY21" fmla="*/ 3654 h 1534998"/>
              <a:gd name="connsiteX22" fmla="*/ 767499 w 1534998"/>
              <a:gd name="connsiteY22" fmla="*/ 0 h 153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534998" h="1534998">
                <a:moveTo>
                  <a:pt x="767499" y="0"/>
                </a:moveTo>
                <a:lnTo>
                  <a:pt x="697395" y="3540"/>
                </a:lnTo>
                <a:lnTo>
                  <a:pt x="697395" y="493249"/>
                </a:lnTo>
                <a:cubicBezTo>
                  <a:pt x="697395" y="608996"/>
                  <a:pt x="603563" y="702828"/>
                  <a:pt x="487816" y="702828"/>
                </a:cubicBezTo>
                <a:lnTo>
                  <a:pt x="3266" y="702828"/>
                </a:lnTo>
                <a:lnTo>
                  <a:pt x="0" y="767499"/>
                </a:lnTo>
                <a:cubicBezTo>
                  <a:pt x="0" y="793991"/>
                  <a:pt x="1343" y="820170"/>
                  <a:pt x="3963" y="845971"/>
                </a:cubicBezTo>
                <a:lnTo>
                  <a:pt x="4891" y="852047"/>
                </a:lnTo>
                <a:lnTo>
                  <a:pt x="501240" y="852047"/>
                </a:lnTo>
                <a:cubicBezTo>
                  <a:pt x="609573" y="852047"/>
                  <a:pt x="697395" y="939869"/>
                  <a:pt x="697395" y="1048202"/>
                </a:cubicBezTo>
                <a:lnTo>
                  <a:pt x="697395" y="1531458"/>
                </a:lnTo>
                <a:lnTo>
                  <a:pt x="767499" y="1534998"/>
                </a:lnTo>
                <a:lnTo>
                  <a:pt x="839856" y="1531344"/>
                </a:lnTo>
                <a:lnTo>
                  <a:pt x="839856" y="1097748"/>
                </a:lnTo>
                <a:cubicBezTo>
                  <a:pt x="839856" y="962051"/>
                  <a:pt x="949860" y="852047"/>
                  <a:pt x="1085557" y="852047"/>
                </a:cubicBezTo>
                <a:lnTo>
                  <a:pt x="1530108" y="852047"/>
                </a:lnTo>
                <a:lnTo>
                  <a:pt x="1531035" y="845971"/>
                </a:lnTo>
                <a:cubicBezTo>
                  <a:pt x="1533656" y="820170"/>
                  <a:pt x="1534998" y="793991"/>
                  <a:pt x="1534998" y="767499"/>
                </a:cubicBezTo>
                <a:lnTo>
                  <a:pt x="1531732" y="702828"/>
                </a:lnTo>
                <a:lnTo>
                  <a:pt x="1007173" y="702828"/>
                </a:lnTo>
                <a:cubicBezTo>
                  <a:pt x="914766" y="702828"/>
                  <a:pt x="839856" y="627918"/>
                  <a:pt x="839856" y="535511"/>
                </a:cubicBezTo>
                <a:lnTo>
                  <a:pt x="839856" y="3654"/>
                </a:lnTo>
                <a:lnTo>
                  <a:pt x="76749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Forma Livre: Forma 68">
            <a:extLst>
              <a:ext uri="{FF2B5EF4-FFF2-40B4-BE49-F238E27FC236}">
                <a16:creationId xmlns:a16="http://schemas.microsoft.com/office/drawing/2014/main" id="{2ED5523F-0026-8E3F-2E7C-C39A63385433}"/>
              </a:ext>
            </a:extLst>
          </p:cNvPr>
          <p:cNvSpPr/>
          <p:nvPr/>
        </p:nvSpPr>
        <p:spPr>
          <a:xfrm flipH="1">
            <a:off x="298580" y="4179094"/>
            <a:ext cx="5654653" cy="2348518"/>
          </a:xfrm>
          <a:custGeom>
            <a:avLst/>
            <a:gdLst>
              <a:gd name="connsiteX0" fmla="*/ 5320770 w 5654653"/>
              <a:gd name="connsiteY0" fmla="*/ 0 h 2348518"/>
              <a:gd name="connsiteX1" fmla="*/ 2113181 w 5654653"/>
              <a:gd name="connsiteY1" fmla="*/ 0 h 2348518"/>
              <a:gd name="connsiteX2" fmla="*/ 1386334 w 5654653"/>
              <a:gd name="connsiteY2" fmla="*/ 0 h 2348518"/>
              <a:gd name="connsiteX3" fmla="*/ 699278 w 5654653"/>
              <a:gd name="connsiteY3" fmla="*/ 0 h 2348518"/>
              <a:gd name="connsiteX4" fmla="*/ 688575 w 5654653"/>
              <a:gd name="connsiteY4" fmla="*/ 70016 h 2348518"/>
              <a:gd name="connsiteX5" fmla="*/ 15141 w 5654653"/>
              <a:gd name="connsiteY5" fmla="*/ 677877 h 2348518"/>
              <a:gd name="connsiteX6" fmla="*/ 9026 w 5654653"/>
              <a:gd name="connsiteY6" fmla="*/ 678186 h 2348518"/>
              <a:gd name="connsiteX7" fmla="*/ 9026 w 5654653"/>
              <a:gd name="connsiteY7" fmla="*/ 1354092 h 2348518"/>
              <a:gd name="connsiteX8" fmla="*/ 0 w 5654653"/>
              <a:gd name="connsiteY8" fmla="*/ 1398799 h 2348518"/>
              <a:gd name="connsiteX9" fmla="*/ 0 w 5654653"/>
              <a:gd name="connsiteY9" fmla="*/ 2158570 h 2348518"/>
              <a:gd name="connsiteX10" fmla="*/ 189948 w 5654653"/>
              <a:gd name="connsiteY10" fmla="*/ 2348518 h 2348518"/>
              <a:gd name="connsiteX11" fmla="*/ 5462103 w 5654653"/>
              <a:gd name="connsiteY11" fmla="*/ 2348518 h 2348518"/>
              <a:gd name="connsiteX12" fmla="*/ 5652051 w 5654653"/>
              <a:gd name="connsiteY12" fmla="*/ 2158570 h 2348518"/>
              <a:gd name="connsiteX13" fmla="*/ 5652051 w 5654653"/>
              <a:gd name="connsiteY13" fmla="*/ 1682264 h 2348518"/>
              <a:gd name="connsiteX14" fmla="*/ 5654653 w 5654653"/>
              <a:gd name="connsiteY14" fmla="*/ 1669376 h 2348518"/>
              <a:gd name="connsiteX15" fmla="*/ 5654653 w 5654653"/>
              <a:gd name="connsiteY15" fmla="*/ 333883 h 2348518"/>
              <a:gd name="connsiteX16" fmla="*/ 5320770 w 5654653"/>
              <a:gd name="connsiteY16" fmla="*/ 0 h 234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654653" h="2348518">
                <a:moveTo>
                  <a:pt x="5320770" y="0"/>
                </a:moveTo>
                <a:lnTo>
                  <a:pt x="2113181" y="0"/>
                </a:lnTo>
                <a:lnTo>
                  <a:pt x="1386334" y="0"/>
                </a:lnTo>
                <a:lnTo>
                  <a:pt x="699278" y="0"/>
                </a:lnTo>
                <a:lnTo>
                  <a:pt x="688575" y="70016"/>
                </a:lnTo>
                <a:cubicBezTo>
                  <a:pt x="622121" y="394239"/>
                  <a:pt x="350555" y="643871"/>
                  <a:pt x="15141" y="677877"/>
                </a:cubicBezTo>
                <a:lnTo>
                  <a:pt x="9026" y="678186"/>
                </a:lnTo>
                <a:lnTo>
                  <a:pt x="9026" y="1354092"/>
                </a:lnTo>
                <a:lnTo>
                  <a:pt x="0" y="1398799"/>
                </a:lnTo>
                <a:lnTo>
                  <a:pt x="0" y="2158570"/>
                </a:lnTo>
                <a:cubicBezTo>
                  <a:pt x="0" y="2263475"/>
                  <a:pt x="85043" y="2348518"/>
                  <a:pt x="189948" y="2348518"/>
                </a:cubicBezTo>
                <a:lnTo>
                  <a:pt x="5462103" y="2348518"/>
                </a:lnTo>
                <a:cubicBezTo>
                  <a:pt x="5567008" y="2348518"/>
                  <a:pt x="5652051" y="2263475"/>
                  <a:pt x="5652051" y="2158570"/>
                </a:cubicBezTo>
                <a:lnTo>
                  <a:pt x="5652051" y="1682264"/>
                </a:lnTo>
                <a:lnTo>
                  <a:pt x="5654653" y="1669376"/>
                </a:lnTo>
                <a:lnTo>
                  <a:pt x="5654653" y="333883"/>
                </a:lnTo>
                <a:cubicBezTo>
                  <a:pt x="5654653" y="149485"/>
                  <a:pt x="5505168" y="0"/>
                  <a:pt x="53207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TextBox 14">
            <a:extLst>
              <a:ext uri="{FF2B5EF4-FFF2-40B4-BE49-F238E27FC236}">
                <a16:creationId xmlns:a16="http://schemas.microsoft.com/office/drawing/2014/main" id="{1BBA9CF0-B188-1A32-ABAD-1173E1834E1E}"/>
              </a:ext>
            </a:extLst>
          </p:cNvPr>
          <p:cNvSpPr txBox="1"/>
          <p:nvPr/>
        </p:nvSpPr>
        <p:spPr>
          <a:xfrm>
            <a:off x="6228460" y="1700808"/>
            <a:ext cx="5484163" cy="14976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Desenvolver o aplicativo do zero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Tempo para chegar ao mercado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Desafios para monetizar os serviços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8" name="TextBox 17">
            <a:extLst>
              <a:ext uri="{FF2B5EF4-FFF2-40B4-BE49-F238E27FC236}">
                <a16:creationId xmlns:a16="http://schemas.microsoft.com/office/drawing/2014/main" id="{2A840B3E-039F-34F9-9229-13683061CE2C}"/>
              </a:ext>
            </a:extLst>
          </p:cNvPr>
          <p:cNvSpPr txBox="1"/>
          <p:nvPr/>
        </p:nvSpPr>
        <p:spPr>
          <a:xfrm>
            <a:off x="3287688" y="3528972"/>
            <a:ext cx="2050698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nl-NL"/>
            </a:defPPr>
            <a:lvl1pPr algn="ctr">
              <a:defRPr sz="2400" b="1">
                <a:solidFill>
                  <a:schemeClr val="accent3"/>
                </a:solidFill>
                <a:cs typeface="Arial" pitchFamily="34" charset="0"/>
              </a:defRPr>
            </a:lvl1pPr>
          </a:lstStyle>
          <a:p>
            <a:r>
              <a:rPr lang="en-US" altLang="ko-KR"/>
              <a:t>FORÇAS</a:t>
            </a:r>
            <a:endParaRPr lang="ko-KR" altLang="en-US"/>
          </a:p>
        </p:txBody>
      </p:sp>
      <p:sp>
        <p:nvSpPr>
          <p:cNvPr id="39" name="TextBox 18">
            <a:extLst>
              <a:ext uri="{FF2B5EF4-FFF2-40B4-BE49-F238E27FC236}">
                <a16:creationId xmlns:a16="http://schemas.microsoft.com/office/drawing/2014/main" id="{37D0177D-CD89-AFB5-6962-7DDBDFC246C4}"/>
              </a:ext>
            </a:extLst>
          </p:cNvPr>
          <p:cNvSpPr txBox="1"/>
          <p:nvPr/>
        </p:nvSpPr>
        <p:spPr>
          <a:xfrm>
            <a:off x="6793250" y="4268989"/>
            <a:ext cx="1534998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nl-NL"/>
            </a:defPPr>
            <a:lvl1pPr algn="ctr">
              <a:defRPr sz="2400" b="1">
                <a:solidFill>
                  <a:schemeClr val="accent4"/>
                </a:solidFill>
                <a:cs typeface="Arial" pitchFamily="34" charset="0"/>
              </a:defRPr>
            </a:lvl1pPr>
          </a:lstStyle>
          <a:p>
            <a:r>
              <a:rPr lang="en-US" altLang="ko-KR"/>
              <a:t>AMEAÇAS</a:t>
            </a:r>
            <a:endParaRPr lang="ko-KR" altLang="en-US"/>
          </a:p>
        </p:txBody>
      </p:sp>
      <p:sp>
        <p:nvSpPr>
          <p:cNvPr id="40" name="TextBox 19">
            <a:extLst>
              <a:ext uri="{FF2B5EF4-FFF2-40B4-BE49-F238E27FC236}">
                <a16:creationId xmlns:a16="http://schemas.microsoft.com/office/drawing/2014/main" id="{A0E7DD04-3128-3531-9CE6-C3C6311C559E}"/>
              </a:ext>
            </a:extLst>
          </p:cNvPr>
          <p:cNvSpPr txBox="1"/>
          <p:nvPr/>
        </p:nvSpPr>
        <p:spPr>
          <a:xfrm>
            <a:off x="6889651" y="3528029"/>
            <a:ext cx="1870645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nl-NL"/>
            </a:defPPr>
            <a:lvl1pPr algn="ctr">
              <a:defRPr sz="2400" b="1">
                <a:solidFill>
                  <a:schemeClr val="accent4"/>
                </a:solidFill>
                <a:cs typeface="Arial" pitchFamily="34" charset="0"/>
              </a:defRPr>
            </a:lvl1pPr>
          </a:lstStyle>
          <a:p>
            <a:r>
              <a:rPr lang="en-US" altLang="ko-KR"/>
              <a:t>FRAQUEZAS</a:t>
            </a:r>
            <a:endParaRPr lang="ko-KR" altLang="en-US"/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2E297CE2-3662-9256-EF3B-4F86FC49E4C9}"/>
              </a:ext>
            </a:extLst>
          </p:cNvPr>
          <p:cNvSpPr txBox="1"/>
          <p:nvPr/>
        </p:nvSpPr>
        <p:spPr>
          <a:xfrm>
            <a:off x="2863952" y="4256851"/>
            <a:ext cx="2339959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nl-NL"/>
            </a:defPPr>
            <a:lvl1pPr algn="ctr">
              <a:defRPr sz="2400" b="1">
                <a:solidFill>
                  <a:schemeClr val="accent3"/>
                </a:solidFill>
                <a:cs typeface="Arial" pitchFamily="34" charset="0"/>
              </a:defRPr>
            </a:lvl1pPr>
          </a:lstStyle>
          <a:p>
            <a:r>
              <a:rPr lang="en-US" altLang="ko-KR"/>
              <a:t>OPORTUNIDADES</a:t>
            </a:r>
            <a:endParaRPr lang="ko-KR" altLang="en-US"/>
          </a:p>
        </p:txBody>
      </p:sp>
      <p:sp>
        <p:nvSpPr>
          <p:cNvPr id="71" name="TextBox 14">
            <a:extLst>
              <a:ext uri="{FF2B5EF4-FFF2-40B4-BE49-F238E27FC236}">
                <a16:creationId xmlns:a16="http://schemas.microsoft.com/office/drawing/2014/main" id="{98DB826C-21A8-7E59-A831-5CD85BD253C1}"/>
              </a:ext>
            </a:extLst>
          </p:cNvPr>
          <p:cNvSpPr txBox="1"/>
          <p:nvPr/>
        </p:nvSpPr>
        <p:spPr>
          <a:xfrm>
            <a:off x="479377" y="1711158"/>
            <a:ext cx="5256584" cy="14976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Marca forte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Produtos premium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Melhor equipe de serviços técnicos do mercado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Excelente parceiro para desenvolver a solução (Software House)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2" name="TextBox 14">
            <a:extLst>
              <a:ext uri="{FF2B5EF4-FFF2-40B4-BE49-F238E27FC236}">
                <a16:creationId xmlns:a16="http://schemas.microsoft.com/office/drawing/2014/main" id="{280268B9-A367-B2A8-AC52-A0769F3BA5FE}"/>
              </a:ext>
            </a:extLst>
          </p:cNvPr>
          <p:cNvSpPr txBox="1"/>
          <p:nvPr/>
        </p:nvSpPr>
        <p:spPr>
          <a:xfrm>
            <a:off x="514060" y="4581129"/>
            <a:ext cx="5256584" cy="18675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Desenvolver o aplicativo do zero.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Incorporar a Abordagem Nutricional e as Recomendações TN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Parcerias com startups do AgTech Garage para complementos especializados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Integrar com e-sales e IAN para reposição automática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Integrar com Programas de Fidelidade / Clube de Membros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Integrar com o NOA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Canal direto de marketing com os clientes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Dados zootécnicos de uso dos nossos produtos (conforme Termos de Uso)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Integrar com programa de sustentabilidade / Pegada de Carbono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Escalar para mais clientes que os concorrentes, pelo custo-benefício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3" name="TextBox 17">
            <a:extLst>
              <a:ext uri="{FF2B5EF4-FFF2-40B4-BE49-F238E27FC236}">
                <a16:creationId xmlns:a16="http://schemas.microsoft.com/office/drawing/2014/main" id="{787513D1-A4B9-692B-5945-997DFB82E55C}"/>
              </a:ext>
            </a:extLst>
          </p:cNvPr>
          <p:cNvSpPr txBox="1"/>
          <p:nvPr/>
        </p:nvSpPr>
        <p:spPr>
          <a:xfrm>
            <a:off x="5318315" y="3466474"/>
            <a:ext cx="651463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  <a:cs typeface="Arial" pitchFamily="34" charset="0"/>
              </a:rPr>
              <a:t>F</a:t>
            </a:r>
            <a:endParaRPr lang="ko-KR" altLang="en-US" sz="32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5" name="TextBox 17">
            <a:extLst>
              <a:ext uri="{FF2B5EF4-FFF2-40B4-BE49-F238E27FC236}">
                <a16:creationId xmlns:a16="http://schemas.microsoft.com/office/drawing/2014/main" id="{454997A4-A4DA-CA42-1CD8-DEE241070F09}"/>
              </a:ext>
            </a:extLst>
          </p:cNvPr>
          <p:cNvSpPr txBox="1"/>
          <p:nvPr/>
        </p:nvSpPr>
        <p:spPr>
          <a:xfrm>
            <a:off x="6045954" y="3468930"/>
            <a:ext cx="651463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  <a:cs typeface="Arial" pitchFamily="34" charset="0"/>
              </a:rPr>
              <a:t>F</a:t>
            </a:r>
            <a:endParaRPr lang="ko-KR" altLang="en-US" sz="32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6" name="TextBox 17">
            <a:extLst>
              <a:ext uri="{FF2B5EF4-FFF2-40B4-BE49-F238E27FC236}">
                <a16:creationId xmlns:a16="http://schemas.microsoft.com/office/drawing/2014/main" id="{2B68CEA1-E0EA-F3D3-C86D-956D802D2F62}"/>
              </a:ext>
            </a:extLst>
          </p:cNvPr>
          <p:cNvSpPr txBox="1"/>
          <p:nvPr/>
        </p:nvSpPr>
        <p:spPr>
          <a:xfrm>
            <a:off x="5321901" y="4207435"/>
            <a:ext cx="651463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  <a:cs typeface="Arial" pitchFamily="34" charset="0"/>
              </a:rPr>
              <a:t>O</a:t>
            </a:r>
            <a:endParaRPr lang="ko-KR" altLang="en-US" sz="3200" b="1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314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119336" y="116632"/>
            <a:ext cx="9433047" cy="1116787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/>
              <a:t>Cronograma do Projeto</a:t>
            </a:r>
          </a:p>
          <a:p>
            <a:pPr>
              <a:lnSpc>
                <a:spcPct val="100000"/>
              </a:lnSpc>
            </a:pPr>
            <a:r>
              <a:rPr lang="en-US" sz="1800" b="0" i="1" dirty="0"/>
              <a:t>As funcionalidades serão entregues ao longo do tempo. *Proposta inicial / ajustes adicionais necessários.</a:t>
            </a:r>
            <a:endParaRPr lang="en-CA" sz="3200" b="0" i="1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AC60CBE-7756-F789-056C-2322C3A23ABE}"/>
              </a:ext>
            </a:extLst>
          </p:cNvPr>
          <p:cNvGrpSpPr/>
          <p:nvPr/>
        </p:nvGrpSpPr>
        <p:grpSpPr>
          <a:xfrm>
            <a:off x="555337" y="3607856"/>
            <a:ext cx="10372400" cy="371649"/>
            <a:chOff x="395536" y="3097535"/>
            <a:chExt cx="8208912" cy="371649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1606DB46-FE4B-7A29-F93F-351CF8F90B93}"/>
                </a:ext>
              </a:extLst>
            </p:cNvPr>
            <p:cNvSpPr/>
            <p:nvPr/>
          </p:nvSpPr>
          <p:spPr>
            <a:xfrm>
              <a:off x="395536" y="3212976"/>
              <a:ext cx="1368152" cy="256208"/>
            </a:xfrm>
            <a:custGeom>
              <a:avLst/>
              <a:gdLst/>
              <a:ahLst/>
              <a:cxnLst/>
              <a:rect l="l" t="t" r="r" b="b"/>
              <a:pathLst>
                <a:path w="1008112" h="256208">
                  <a:moveTo>
                    <a:pt x="0" y="0"/>
                  </a:moveTo>
                  <a:lnTo>
                    <a:pt x="1008112" y="0"/>
                  </a:lnTo>
                  <a:lnTo>
                    <a:pt x="1008112" y="144016"/>
                  </a:lnTo>
                  <a:lnTo>
                    <a:pt x="569127" y="144016"/>
                  </a:lnTo>
                  <a:lnTo>
                    <a:pt x="504055" y="256208"/>
                  </a:lnTo>
                  <a:lnTo>
                    <a:pt x="438984" y="144016"/>
                  </a:lnTo>
                  <a:lnTo>
                    <a:pt x="0" y="144016"/>
                  </a:lnTo>
                  <a:close/>
                </a:path>
              </a:pathLst>
            </a:custGeom>
            <a:solidFill>
              <a:srgbClr val="00A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E889B4AF-9A6D-6E79-FFBC-A5B1914E0788}"/>
                </a:ext>
              </a:extLst>
            </p:cNvPr>
            <p:cNvSpPr/>
            <p:nvPr/>
          </p:nvSpPr>
          <p:spPr>
            <a:xfrm rot="10800000">
              <a:off x="1763688" y="3097535"/>
              <a:ext cx="1368152" cy="256208"/>
            </a:xfrm>
            <a:custGeom>
              <a:avLst/>
              <a:gdLst/>
              <a:ahLst/>
              <a:cxnLst/>
              <a:rect l="l" t="t" r="r" b="b"/>
              <a:pathLst>
                <a:path w="1008112" h="256208">
                  <a:moveTo>
                    <a:pt x="0" y="0"/>
                  </a:moveTo>
                  <a:lnTo>
                    <a:pt x="1008112" y="0"/>
                  </a:lnTo>
                  <a:lnTo>
                    <a:pt x="1008112" y="144016"/>
                  </a:lnTo>
                  <a:lnTo>
                    <a:pt x="569127" y="144016"/>
                  </a:lnTo>
                  <a:lnTo>
                    <a:pt x="504055" y="256208"/>
                  </a:lnTo>
                  <a:lnTo>
                    <a:pt x="438984" y="144016"/>
                  </a:lnTo>
                  <a:lnTo>
                    <a:pt x="0" y="144016"/>
                  </a:lnTo>
                  <a:close/>
                </a:path>
              </a:pathLst>
            </a:custGeom>
            <a:solidFill>
              <a:srgbClr val="CDD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accent1"/>
                </a:solidFill>
              </a:endParaRPr>
            </a:p>
          </p:txBody>
        </p: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391B0D4F-5EBA-8215-1740-4A698479D5B7}"/>
                </a:ext>
              </a:extLst>
            </p:cNvPr>
            <p:cNvSpPr/>
            <p:nvPr/>
          </p:nvSpPr>
          <p:spPr>
            <a:xfrm>
              <a:off x="3131840" y="3212976"/>
              <a:ext cx="1368152" cy="256208"/>
            </a:xfrm>
            <a:custGeom>
              <a:avLst/>
              <a:gdLst/>
              <a:ahLst/>
              <a:cxnLst/>
              <a:rect l="l" t="t" r="r" b="b"/>
              <a:pathLst>
                <a:path w="1008112" h="256208">
                  <a:moveTo>
                    <a:pt x="0" y="0"/>
                  </a:moveTo>
                  <a:lnTo>
                    <a:pt x="1008112" y="0"/>
                  </a:lnTo>
                  <a:lnTo>
                    <a:pt x="1008112" y="144016"/>
                  </a:lnTo>
                  <a:lnTo>
                    <a:pt x="569127" y="144016"/>
                  </a:lnTo>
                  <a:lnTo>
                    <a:pt x="504055" y="256208"/>
                  </a:lnTo>
                  <a:lnTo>
                    <a:pt x="438984" y="144016"/>
                  </a:lnTo>
                  <a:lnTo>
                    <a:pt x="0" y="144016"/>
                  </a:lnTo>
                  <a:close/>
                </a:path>
              </a:pathLst>
            </a:custGeom>
            <a:solidFill>
              <a:srgbClr val="00A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825B3EA9-65FA-11AA-3E4C-332E4A8A4DC7}"/>
                </a:ext>
              </a:extLst>
            </p:cNvPr>
            <p:cNvSpPr/>
            <p:nvPr/>
          </p:nvSpPr>
          <p:spPr>
            <a:xfrm rot="10800000">
              <a:off x="4499992" y="3097535"/>
              <a:ext cx="1368152" cy="256208"/>
            </a:xfrm>
            <a:custGeom>
              <a:avLst/>
              <a:gdLst/>
              <a:ahLst/>
              <a:cxnLst/>
              <a:rect l="l" t="t" r="r" b="b"/>
              <a:pathLst>
                <a:path w="1008112" h="256208">
                  <a:moveTo>
                    <a:pt x="0" y="0"/>
                  </a:moveTo>
                  <a:lnTo>
                    <a:pt x="1008112" y="0"/>
                  </a:lnTo>
                  <a:lnTo>
                    <a:pt x="1008112" y="144016"/>
                  </a:lnTo>
                  <a:lnTo>
                    <a:pt x="569127" y="144016"/>
                  </a:lnTo>
                  <a:lnTo>
                    <a:pt x="504055" y="256208"/>
                  </a:lnTo>
                  <a:lnTo>
                    <a:pt x="438984" y="144016"/>
                  </a:lnTo>
                  <a:lnTo>
                    <a:pt x="0" y="1440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B1A5DA84-C058-C887-FFF6-7C7C824EFD40}"/>
                </a:ext>
              </a:extLst>
            </p:cNvPr>
            <p:cNvSpPr/>
            <p:nvPr/>
          </p:nvSpPr>
          <p:spPr>
            <a:xfrm>
              <a:off x="5868144" y="3212976"/>
              <a:ext cx="1368152" cy="256208"/>
            </a:xfrm>
            <a:custGeom>
              <a:avLst/>
              <a:gdLst/>
              <a:ahLst/>
              <a:cxnLst/>
              <a:rect l="l" t="t" r="r" b="b"/>
              <a:pathLst>
                <a:path w="1008112" h="256208">
                  <a:moveTo>
                    <a:pt x="0" y="0"/>
                  </a:moveTo>
                  <a:lnTo>
                    <a:pt x="1008112" y="0"/>
                  </a:lnTo>
                  <a:lnTo>
                    <a:pt x="1008112" y="144016"/>
                  </a:lnTo>
                  <a:lnTo>
                    <a:pt x="569127" y="144016"/>
                  </a:lnTo>
                  <a:lnTo>
                    <a:pt x="504055" y="256208"/>
                  </a:lnTo>
                  <a:lnTo>
                    <a:pt x="438984" y="144016"/>
                  </a:lnTo>
                  <a:lnTo>
                    <a:pt x="0" y="14401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34EF39A8-C004-26EB-63E9-37F6B0ACCF01}"/>
                </a:ext>
              </a:extLst>
            </p:cNvPr>
            <p:cNvSpPr/>
            <p:nvPr/>
          </p:nvSpPr>
          <p:spPr>
            <a:xfrm rot="10800000">
              <a:off x="7236296" y="3097535"/>
              <a:ext cx="1368152" cy="256208"/>
            </a:xfrm>
            <a:custGeom>
              <a:avLst/>
              <a:gdLst/>
              <a:ahLst/>
              <a:cxnLst/>
              <a:rect l="l" t="t" r="r" b="b"/>
              <a:pathLst>
                <a:path w="1008112" h="256208">
                  <a:moveTo>
                    <a:pt x="0" y="0"/>
                  </a:moveTo>
                  <a:lnTo>
                    <a:pt x="1008112" y="0"/>
                  </a:lnTo>
                  <a:lnTo>
                    <a:pt x="1008112" y="144016"/>
                  </a:lnTo>
                  <a:lnTo>
                    <a:pt x="569127" y="144016"/>
                  </a:lnTo>
                  <a:lnTo>
                    <a:pt x="504055" y="256208"/>
                  </a:lnTo>
                  <a:lnTo>
                    <a:pt x="438984" y="144016"/>
                  </a:lnTo>
                  <a:lnTo>
                    <a:pt x="0" y="144016"/>
                  </a:lnTo>
                  <a:close/>
                </a:path>
              </a:pathLst>
            </a:custGeom>
            <a:solidFill>
              <a:srgbClr val="CDD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12" name="TextBox 10">
            <a:extLst>
              <a:ext uri="{FF2B5EF4-FFF2-40B4-BE49-F238E27FC236}">
                <a16:creationId xmlns:a16="http://schemas.microsoft.com/office/drawing/2014/main" id="{2881D2D7-66FD-E3E1-C59E-1AEE4D7F32C3}"/>
              </a:ext>
            </a:extLst>
          </p:cNvPr>
          <p:cNvSpPr txBox="1"/>
          <p:nvPr/>
        </p:nvSpPr>
        <p:spPr>
          <a:xfrm>
            <a:off x="689767" y="4092163"/>
            <a:ext cx="1449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2024</a:t>
            </a:r>
            <a:endParaRPr lang="ko-KR" altLang="en-US" sz="2400" b="1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A806685A-FF75-7A0E-7016-E952D3904D98}"/>
              </a:ext>
            </a:extLst>
          </p:cNvPr>
          <p:cNvSpPr txBox="1"/>
          <p:nvPr/>
        </p:nvSpPr>
        <p:spPr>
          <a:xfrm>
            <a:off x="689769" y="5262566"/>
            <a:ext cx="1428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-Aplicação em nuvem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-Gestão de dietas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-Monitoramento de desempenho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69BC56D5-4C47-FB6D-7B6E-AED770A64C75}"/>
              </a:ext>
            </a:extLst>
          </p:cNvPr>
          <p:cNvSpPr txBox="1"/>
          <p:nvPr/>
        </p:nvSpPr>
        <p:spPr>
          <a:xfrm>
            <a:off x="679355" y="4519580"/>
            <a:ext cx="1448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Desenvolvimento inicial e MVP em clientes atuais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4678F046-3E4E-9AFC-808A-3AC4924BFAA6}"/>
              </a:ext>
            </a:extLst>
          </p:cNvPr>
          <p:cNvSpPr txBox="1"/>
          <p:nvPr/>
        </p:nvSpPr>
        <p:spPr>
          <a:xfrm>
            <a:off x="2419367" y="1650389"/>
            <a:ext cx="1449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2025</a:t>
            </a:r>
            <a:endParaRPr lang="ko-KR" altLang="en-US" sz="24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7EF450C9-FA5F-C540-8405-13F375972CE9}"/>
              </a:ext>
            </a:extLst>
          </p:cNvPr>
          <p:cNvSpPr txBox="1"/>
          <p:nvPr/>
        </p:nvSpPr>
        <p:spPr>
          <a:xfrm>
            <a:off x="4148967" y="4092163"/>
            <a:ext cx="1449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2026</a:t>
            </a:r>
            <a:endParaRPr lang="ko-KR" altLang="en-US" sz="2400" b="1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1AB6438D-6B1E-0739-144E-BF48EBBC71A3}"/>
              </a:ext>
            </a:extLst>
          </p:cNvPr>
          <p:cNvSpPr txBox="1"/>
          <p:nvPr/>
        </p:nvSpPr>
        <p:spPr>
          <a:xfrm>
            <a:off x="7608167" y="4092163"/>
            <a:ext cx="1449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2028</a:t>
            </a:r>
            <a:endParaRPr lang="ko-KR" altLang="en-US" sz="2400" b="1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31" name="TextBox 29">
            <a:extLst>
              <a:ext uri="{FF2B5EF4-FFF2-40B4-BE49-F238E27FC236}">
                <a16:creationId xmlns:a16="http://schemas.microsoft.com/office/drawing/2014/main" id="{095D9054-ACF2-2D22-4639-4D05D74DE26E}"/>
              </a:ext>
            </a:extLst>
          </p:cNvPr>
          <p:cNvSpPr txBox="1"/>
          <p:nvPr/>
        </p:nvSpPr>
        <p:spPr>
          <a:xfrm>
            <a:off x="5878567" y="1647606"/>
            <a:ext cx="1449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2027</a:t>
            </a:r>
            <a:endParaRPr lang="ko-KR" altLang="en-US" sz="2400" b="1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49" name="TextBox 12">
            <a:extLst>
              <a:ext uri="{FF2B5EF4-FFF2-40B4-BE49-F238E27FC236}">
                <a16:creationId xmlns:a16="http://schemas.microsoft.com/office/drawing/2014/main" id="{91FAC601-3D0E-AECD-D7C9-3DE384D30F4C}"/>
              </a:ext>
            </a:extLst>
          </p:cNvPr>
          <p:cNvSpPr txBox="1"/>
          <p:nvPr/>
        </p:nvSpPr>
        <p:spPr>
          <a:xfrm>
            <a:off x="2419367" y="2357695"/>
            <a:ext cx="14280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-Prospecção de novos clientes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-Integração com hardware externo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-Terminal offline</a:t>
            </a:r>
          </a:p>
        </p:txBody>
      </p:sp>
      <p:sp>
        <p:nvSpPr>
          <p:cNvPr id="50" name="TextBox 13">
            <a:extLst>
              <a:ext uri="{FF2B5EF4-FFF2-40B4-BE49-F238E27FC236}">
                <a16:creationId xmlns:a16="http://schemas.microsoft.com/office/drawing/2014/main" id="{816CD953-420F-1854-3494-95B45BAAAB70}"/>
              </a:ext>
            </a:extLst>
          </p:cNvPr>
          <p:cNvSpPr txBox="1"/>
          <p:nvPr/>
        </p:nvSpPr>
        <p:spPr>
          <a:xfrm>
            <a:off x="2420024" y="2109271"/>
            <a:ext cx="1448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1ª Versão Estável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2" name="TextBox 12">
            <a:extLst>
              <a:ext uri="{FF2B5EF4-FFF2-40B4-BE49-F238E27FC236}">
                <a16:creationId xmlns:a16="http://schemas.microsoft.com/office/drawing/2014/main" id="{B864928B-D482-3F7B-95E6-23C5BCB0D4D6}"/>
              </a:ext>
            </a:extLst>
          </p:cNvPr>
          <p:cNvSpPr txBox="1"/>
          <p:nvPr/>
        </p:nvSpPr>
        <p:spPr>
          <a:xfrm>
            <a:off x="4161002" y="4757544"/>
            <a:ext cx="14280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-Integração com o NOA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-Complementos especializados em parceria com startups do AgTech Garage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-Contratação de FTE dedicado para instalação e suporte</a:t>
            </a:r>
          </a:p>
        </p:txBody>
      </p:sp>
      <p:sp>
        <p:nvSpPr>
          <p:cNvPr id="53" name="TextBox 13">
            <a:extLst>
              <a:ext uri="{FF2B5EF4-FFF2-40B4-BE49-F238E27FC236}">
                <a16:creationId xmlns:a16="http://schemas.microsoft.com/office/drawing/2014/main" id="{859EBC25-2AAB-B11F-52FE-A69BE231CBEC}"/>
              </a:ext>
            </a:extLst>
          </p:cNvPr>
          <p:cNvSpPr txBox="1"/>
          <p:nvPr/>
        </p:nvSpPr>
        <p:spPr>
          <a:xfrm>
            <a:off x="4161659" y="4509120"/>
            <a:ext cx="1448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V2: Versão Madura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5" name="TextBox 12">
            <a:extLst>
              <a:ext uri="{FF2B5EF4-FFF2-40B4-BE49-F238E27FC236}">
                <a16:creationId xmlns:a16="http://schemas.microsoft.com/office/drawing/2014/main" id="{758EEB89-3551-1F24-2C74-F12D05A076FD}"/>
              </a:ext>
            </a:extLst>
          </p:cNvPr>
          <p:cNvSpPr txBox="1"/>
          <p:nvPr/>
        </p:nvSpPr>
        <p:spPr>
          <a:xfrm>
            <a:off x="5900050" y="2581564"/>
            <a:ext cx="14280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-Rede de clientes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-Eventos técnicos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-Plataforma de benchmark</a:t>
            </a:r>
          </a:p>
        </p:txBody>
      </p:sp>
      <p:sp>
        <p:nvSpPr>
          <p:cNvPr id="56" name="TextBox 13">
            <a:extLst>
              <a:ext uri="{FF2B5EF4-FFF2-40B4-BE49-F238E27FC236}">
                <a16:creationId xmlns:a16="http://schemas.microsoft.com/office/drawing/2014/main" id="{AD02F662-B44F-F3BD-A357-9A0BBEC5EE04}"/>
              </a:ext>
            </a:extLst>
          </p:cNvPr>
          <p:cNvSpPr txBox="1"/>
          <p:nvPr/>
        </p:nvSpPr>
        <p:spPr>
          <a:xfrm>
            <a:off x="5879224" y="2129352"/>
            <a:ext cx="1448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Fidelidade e Clube de Membros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1" name="TextBox 12">
            <a:extLst>
              <a:ext uri="{FF2B5EF4-FFF2-40B4-BE49-F238E27FC236}">
                <a16:creationId xmlns:a16="http://schemas.microsoft.com/office/drawing/2014/main" id="{A6919749-ADF5-399F-2851-471DB8C36644}"/>
              </a:ext>
            </a:extLst>
          </p:cNvPr>
          <p:cNvSpPr txBox="1"/>
          <p:nvPr/>
        </p:nvSpPr>
        <p:spPr>
          <a:xfrm>
            <a:off x="7620859" y="5005220"/>
            <a:ext cx="1428058" cy="830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-Medição da pegada de carbono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-Recomendação de produto/programa</a:t>
            </a:r>
          </a:p>
        </p:txBody>
      </p:sp>
      <p:sp>
        <p:nvSpPr>
          <p:cNvPr id="62" name="TextBox 13">
            <a:extLst>
              <a:ext uri="{FF2B5EF4-FFF2-40B4-BE49-F238E27FC236}">
                <a16:creationId xmlns:a16="http://schemas.microsoft.com/office/drawing/2014/main" id="{051843B0-1EF8-F753-B2D5-16454DDF6240}"/>
              </a:ext>
            </a:extLst>
          </p:cNvPr>
          <p:cNvSpPr txBox="1"/>
          <p:nvPr/>
        </p:nvSpPr>
        <p:spPr>
          <a:xfrm>
            <a:off x="7621517" y="4502510"/>
            <a:ext cx="1448884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Programa de Sustentabilidade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584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119336" y="116632"/>
            <a:ext cx="9433047" cy="1116787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/>
              <a:t>Conclusão</a:t>
            </a:r>
          </a:p>
          <a:p>
            <a:pPr>
              <a:lnSpc>
                <a:spcPct val="100000"/>
              </a:lnSpc>
            </a:pPr>
            <a:r>
              <a:rPr lang="en-US" sz="1800" b="0" i="1" dirty="0"/>
              <a:t>Cinco conclusões sustentam a aprovação deste projeto.</a:t>
            </a:r>
            <a:endParaRPr lang="en-CA" sz="3200" b="0" i="1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2A25C0B-CDE2-46E4-6226-A99BBA96BC8F}"/>
              </a:ext>
            </a:extLst>
          </p:cNvPr>
          <p:cNvSpPr/>
          <p:nvPr/>
        </p:nvSpPr>
        <p:spPr>
          <a:xfrm>
            <a:off x="395648" y="2791713"/>
            <a:ext cx="2021693" cy="2678147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Aft>
                <a:spcPts val="2400"/>
              </a:spcAft>
            </a:pPr>
            <a:endParaRPr lang="en-US" sz="1500" dirty="0">
              <a:solidFill>
                <a:schemeClr val="bg2">
                  <a:lumMod val="10000"/>
                </a:schemeClr>
              </a:solidFill>
            </a:endParaRPr>
          </a:p>
          <a:p>
            <a:pPr lvl="0">
              <a:spcAft>
                <a:spcPts val="2400"/>
              </a:spcAft>
            </a:pPr>
            <a:r>
              <a:rPr lang="en-US" sz="1500" dirty="0">
                <a:solidFill>
                  <a:schemeClr val="bg2">
                    <a:lumMod val="10000"/>
                  </a:schemeClr>
                </a:solidFill>
              </a:rPr>
              <a:t>O projeto está alinhado às nossas Prioridades Estratégicas de Crescimento Orgânico (Receita).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2DF898B-8045-D307-C5F6-7E7C24910433}"/>
              </a:ext>
            </a:extLst>
          </p:cNvPr>
          <p:cNvSpPr/>
          <p:nvPr/>
        </p:nvSpPr>
        <p:spPr>
          <a:xfrm>
            <a:off x="2778163" y="2791712"/>
            <a:ext cx="2021693" cy="2678147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Aft>
                <a:spcPts val="2400"/>
              </a:spcAft>
            </a:pPr>
            <a:endParaRPr lang="en-US" sz="1500" dirty="0">
              <a:solidFill>
                <a:schemeClr val="bg2">
                  <a:lumMod val="10000"/>
                </a:schemeClr>
              </a:solidFill>
            </a:endParaRPr>
          </a:p>
          <a:p>
            <a:pPr lvl="0">
              <a:spcAft>
                <a:spcPts val="2400"/>
              </a:spcAft>
            </a:pPr>
            <a:r>
              <a:rPr lang="en-US" sz="1500" dirty="0">
                <a:solidFill>
                  <a:schemeClr val="bg2">
                    <a:lumMod val="10000"/>
                  </a:schemeClr>
                </a:solidFill>
              </a:rPr>
              <a:t>Aumentar o Market Share de 9,8% para X%, trazendo X </a:t>
            </a:r>
            <a:r>
              <a:rPr lang="en-US" sz="1500" dirty="0" err="1">
                <a:solidFill>
                  <a:schemeClr val="bg2">
                    <a:lumMod val="10000"/>
                  </a:schemeClr>
                </a:solidFill>
              </a:rPr>
              <a:t>milhões de</a:t>
            </a:r>
            <a:r>
              <a:rPr lang="en-US" sz="1500" dirty="0">
                <a:solidFill>
                  <a:schemeClr val="bg2">
                    <a:lumMod val="10000"/>
                  </a:schemeClr>
                </a:solidFill>
              </a:rPr>
              <a:t> R$ adicionais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9BAE7BC-4D8C-21E1-471B-7FC55C53B4E6}"/>
              </a:ext>
            </a:extLst>
          </p:cNvPr>
          <p:cNvSpPr/>
          <p:nvPr/>
        </p:nvSpPr>
        <p:spPr>
          <a:xfrm>
            <a:off x="5134331" y="2791712"/>
            <a:ext cx="2021693" cy="2678147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Aft>
                <a:spcPts val="2400"/>
              </a:spcAft>
            </a:pPr>
            <a:endParaRPr lang="en-US" sz="1500" dirty="0">
              <a:solidFill>
                <a:schemeClr val="bg2">
                  <a:lumMod val="10000"/>
                </a:schemeClr>
              </a:solidFill>
            </a:endParaRPr>
          </a:p>
          <a:p>
            <a:pPr lvl="0">
              <a:spcAft>
                <a:spcPts val="2400"/>
              </a:spcAft>
            </a:pPr>
            <a:r>
              <a:rPr lang="en-US" sz="1500" dirty="0">
                <a:solidFill>
                  <a:schemeClr val="bg2">
                    <a:lumMod val="10000"/>
                  </a:schemeClr>
                </a:solidFill>
              </a:rPr>
              <a:t>É o movimento certo, considerando as tendências dos clientes e os movimentos dos concorrentes.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13F4F04-4365-B53B-D98F-8826FF3A88F5}"/>
              </a:ext>
            </a:extLst>
          </p:cNvPr>
          <p:cNvSpPr/>
          <p:nvPr/>
        </p:nvSpPr>
        <p:spPr>
          <a:xfrm>
            <a:off x="7458683" y="2808251"/>
            <a:ext cx="2021693" cy="2678147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Aft>
                <a:spcPts val="2400"/>
              </a:spcAft>
            </a:pPr>
            <a:endParaRPr lang="en-US" sz="1500" dirty="0">
              <a:solidFill>
                <a:schemeClr val="bg2">
                  <a:lumMod val="10000"/>
                </a:schemeClr>
              </a:solidFill>
            </a:endParaRPr>
          </a:p>
          <a:p>
            <a:pPr lvl="0">
              <a:spcAft>
                <a:spcPts val="2400"/>
              </a:spcAft>
            </a:pPr>
            <a:endParaRPr lang="en-US" sz="1500" dirty="0">
              <a:solidFill>
                <a:schemeClr val="bg2">
                  <a:lumMod val="10000"/>
                </a:schemeClr>
              </a:solidFill>
            </a:endParaRPr>
          </a:p>
          <a:p>
            <a:pPr lvl="0">
              <a:spcAft>
                <a:spcPts val="2400"/>
              </a:spcAft>
            </a:pPr>
            <a:r>
              <a:rPr lang="en-US" sz="1500" dirty="0">
                <a:solidFill>
                  <a:schemeClr val="bg2">
                    <a:lumMod val="10000"/>
                  </a:schemeClr>
                </a:solidFill>
              </a:rPr>
              <a:t>A análise SWOT indica que o desenvolvimento interno tem mais vantagens do que desvantagens.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E875A9F-5557-5B56-ED7B-BD675CA5F89B}"/>
              </a:ext>
            </a:extLst>
          </p:cNvPr>
          <p:cNvSpPr/>
          <p:nvPr/>
        </p:nvSpPr>
        <p:spPr>
          <a:xfrm>
            <a:off x="9696400" y="2807175"/>
            <a:ext cx="2021693" cy="2678147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Aft>
                <a:spcPts val="2400"/>
              </a:spcAft>
            </a:pPr>
            <a:endParaRPr lang="en-US" sz="1500" dirty="0">
              <a:solidFill>
                <a:schemeClr val="bg2">
                  <a:lumMod val="10000"/>
                </a:schemeClr>
              </a:solidFill>
            </a:endParaRPr>
          </a:p>
          <a:p>
            <a:pPr lvl="0">
              <a:spcAft>
                <a:spcPts val="2400"/>
              </a:spcAft>
            </a:pPr>
            <a:endParaRPr lang="en-US" sz="1500" dirty="0">
              <a:solidFill>
                <a:schemeClr val="bg2">
                  <a:lumMod val="10000"/>
                </a:schemeClr>
              </a:solidFill>
            </a:endParaRPr>
          </a:p>
          <a:p>
            <a:pPr lvl="0">
              <a:spcAft>
                <a:spcPts val="2400"/>
              </a:spcAft>
            </a:pPr>
            <a:r>
              <a:rPr lang="en-US" sz="1500" dirty="0">
                <a:solidFill>
                  <a:schemeClr val="bg2">
                    <a:lumMod val="10000"/>
                  </a:schemeClr>
                </a:solidFill>
              </a:rPr>
              <a:t>Em 5 anos, vamos investir R$ 3 milhões para capturar R$ 15 milhões em Sales Profit adicional.</a:t>
            </a:r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82246C32-42C8-BD0E-C682-86C1BC2C007A}"/>
              </a:ext>
            </a:extLst>
          </p:cNvPr>
          <p:cNvSpPr/>
          <p:nvPr/>
        </p:nvSpPr>
        <p:spPr>
          <a:xfrm rot="16200000">
            <a:off x="9050621" y="1899361"/>
            <a:ext cx="1024460" cy="1657038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0" name="Oval 18">
            <a:extLst>
              <a:ext uri="{FF2B5EF4-FFF2-40B4-BE49-F238E27FC236}">
                <a16:creationId xmlns:a16="http://schemas.microsoft.com/office/drawing/2014/main" id="{DA5EE5D7-7915-2D80-262A-75EDA6928FB2}"/>
              </a:ext>
            </a:extLst>
          </p:cNvPr>
          <p:cNvSpPr/>
          <p:nvPr/>
        </p:nvSpPr>
        <p:spPr>
          <a:xfrm>
            <a:off x="9814452" y="1857935"/>
            <a:ext cx="1739890" cy="173989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1" name="Oval 3">
            <a:extLst>
              <a:ext uri="{FF2B5EF4-FFF2-40B4-BE49-F238E27FC236}">
                <a16:creationId xmlns:a16="http://schemas.microsoft.com/office/drawing/2014/main" id="{DCF6A255-DEBF-46A4-E765-AC00AEECCBA8}"/>
              </a:ext>
            </a:extLst>
          </p:cNvPr>
          <p:cNvSpPr/>
          <p:nvPr/>
        </p:nvSpPr>
        <p:spPr>
          <a:xfrm>
            <a:off x="9897304" y="1940787"/>
            <a:ext cx="1574186" cy="1574186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2" name="TextBox 307">
            <a:extLst>
              <a:ext uri="{FF2B5EF4-FFF2-40B4-BE49-F238E27FC236}">
                <a16:creationId xmlns:a16="http://schemas.microsoft.com/office/drawing/2014/main" id="{95FD6FA0-D3E3-D0AA-0D53-8D6F52B36528}"/>
              </a:ext>
            </a:extLst>
          </p:cNvPr>
          <p:cNvSpPr txBox="1"/>
          <p:nvPr/>
        </p:nvSpPr>
        <p:spPr>
          <a:xfrm>
            <a:off x="10950831" y="2918891"/>
            <a:ext cx="505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>
                <a:solidFill>
                  <a:schemeClr val="accent3"/>
                </a:solidFill>
              </a:rPr>
              <a:t>5</a:t>
            </a:r>
            <a:endParaRPr lang="ko-KR" altLang="en-US" sz="2800" b="1">
              <a:solidFill>
                <a:schemeClr val="accent3"/>
              </a:solidFill>
            </a:endParaRPr>
          </a:p>
        </p:txBody>
      </p:sp>
      <p:sp>
        <p:nvSpPr>
          <p:cNvPr id="14" name="Oval 6">
            <a:extLst>
              <a:ext uri="{FF2B5EF4-FFF2-40B4-BE49-F238E27FC236}">
                <a16:creationId xmlns:a16="http://schemas.microsoft.com/office/drawing/2014/main" id="{D0426ABC-37BB-357D-8CC5-AD87FA09C2F7}"/>
              </a:ext>
            </a:extLst>
          </p:cNvPr>
          <p:cNvSpPr/>
          <p:nvPr/>
        </p:nvSpPr>
        <p:spPr>
          <a:xfrm rot="16200000">
            <a:off x="6818373" y="1899361"/>
            <a:ext cx="1024460" cy="1657038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5" name="Oval 6">
            <a:extLst>
              <a:ext uri="{FF2B5EF4-FFF2-40B4-BE49-F238E27FC236}">
                <a16:creationId xmlns:a16="http://schemas.microsoft.com/office/drawing/2014/main" id="{B8030DFD-E081-A16A-3534-DE314258713C}"/>
              </a:ext>
            </a:extLst>
          </p:cNvPr>
          <p:cNvSpPr/>
          <p:nvPr/>
        </p:nvSpPr>
        <p:spPr>
          <a:xfrm rot="16200000">
            <a:off x="4442109" y="1899361"/>
            <a:ext cx="1024460" cy="1657038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6" name="Oval 6">
            <a:extLst>
              <a:ext uri="{FF2B5EF4-FFF2-40B4-BE49-F238E27FC236}">
                <a16:creationId xmlns:a16="http://schemas.microsoft.com/office/drawing/2014/main" id="{77D3E33F-9390-C5D6-5A33-A31DCC037386}"/>
              </a:ext>
            </a:extLst>
          </p:cNvPr>
          <p:cNvSpPr/>
          <p:nvPr/>
        </p:nvSpPr>
        <p:spPr>
          <a:xfrm rot="16200000">
            <a:off x="2137853" y="1899361"/>
            <a:ext cx="1024460" cy="1657038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8CA2FD6A-42C6-F9E0-C448-2FF6A00FFB0B}"/>
              </a:ext>
            </a:extLst>
          </p:cNvPr>
          <p:cNvSpPr/>
          <p:nvPr/>
        </p:nvSpPr>
        <p:spPr>
          <a:xfrm>
            <a:off x="551384" y="1857935"/>
            <a:ext cx="1739890" cy="173989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8" name="Oval 3">
            <a:extLst>
              <a:ext uri="{FF2B5EF4-FFF2-40B4-BE49-F238E27FC236}">
                <a16:creationId xmlns:a16="http://schemas.microsoft.com/office/drawing/2014/main" id="{1AC894EE-6512-91BA-0119-608367E522B9}"/>
              </a:ext>
            </a:extLst>
          </p:cNvPr>
          <p:cNvSpPr/>
          <p:nvPr/>
        </p:nvSpPr>
        <p:spPr>
          <a:xfrm>
            <a:off x="634236" y="1940787"/>
            <a:ext cx="1574186" cy="1574186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9" name="Oval 12">
            <a:extLst>
              <a:ext uri="{FF2B5EF4-FFF2-40B4-BE49-F238E27FC236}">
                <a16:creationId xmlns:a16="http://schemas.microsoft.com/office/drawing/2014/main" id="{7EE0F3AA-ED48-9AB9-CB02-A69C133FBDDE}"/>
              </a:ext>
            </a:extLst>
          </p:cNvPr>
          <p:cNvSpPr/>
          <p:nvPr/>
        </p:nvSpPr>
        <p:spPr>
          <a:xfrm>
            <a:off x="2901684" y="1857935"/>
            <a:ext cx="1739890" cy="173989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0" name="Oval 3">
            <a:extLst>
              <a:ext uri="{FF2B5EF4-FFF2-40B4-BE49-F238E27FC236}">
                <a16:creationId xmlns:a16="http://schemas.microsoft.com/office/drawing/2014/main" id="{ACB96CD0-70C8-E643-F902-F6F4A6A9552B}"/>
              </a:ext>
            </a:extLst>
          </p:cNvPr>
          <p:cNvSpPr/>
          <p:nvPr/>
        </p:nvSpPr>
        <p:spPr>
          <a:xfrm>
            <a:off x="2984536" y="1940787"/>
            <a:ext cx="1574186" cy="1574186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1" name="Oval 15">
            <a:extLst>
              <a:ext uri="{FF2B5EF4-FFF2-40B4-BE49-F238E27FC236}">
                <a16:creationId xmlns:a16="http://schemas.microsoft.com/office/drawing/2014/main" id="{1041ED6B-1CD8-DCF6-AC71-96B184B7ECEA}"/>
              </a:ext>
            </a:extLst>
          </p:cNvPr>
          <p:cNvSpPr/>
          <p:nvPr/>
        </p:nvSpPr>
        <p:spPr>
          <a:xfrm>
            <a:off x="5277948" y="1857935"/>
            <a:ext cx="1739890" cy="173989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2" name="Oval 3">
            <a:extLst>
              <a:ext uri="{FF2B5EF4-FFF2-40B4-BE49-F238E27FC236}">
                <a16:creationId xmlns:a16="http://schemas.microsoft.com/office/drawing/2014/main" id="{74B4D89E-7FFE-349E-512D-7BDE977E894A}"/>
              </a:ext>
            </a:extLst>
          </p:cNvPr>
          <p:cNvSpPr/>
          <p:nvPr/>
        </p:nvSpPr>
        <p:spPr>
          <a:xfrm>
            <a:off x="5360800" y="1940787"/>
            <a:ext cx="1574186" cy="1574186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3" name="Oval 18">
            <a:extLst>
              <a:ext uri="{FF2B5EF4-FFF2-40B4-BE49-F238E27FC236}">
                <a16:creationId xmlns:a16="http://schemas.microsoft.com/office/drawing/2014/main" id="{ADABE66C-BEF4-87BF-17FE-0BBEBF459A72}"/>
              </a:ext>
            </a:extLst>
          </p:cNvPr>
          <p:cNvSpPr/>
          <p:nvPr/>
        </p:nvSpPr>
        <p:spPr>
          <a:xfrm>
            <a:off x="7582204" y="1857935"/>
            <a:ext cx="1739890" cy="173989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4" name="Oval 3">
            <a:extLst>
              <a:ext uri="{FF2B5EF4-FFF2-40B4-BE49-F238E27FC236}">
                <a16:creationId xmlns:a16="http://schemas.microsoft.com/office/drawing/2014/main" id="{496816FF-1DCE-C27F-E1BB-A34B20085C34}"/>
              </a:ext>
            </a:extLst>
          </p:cNvPr>
          <p:cNvSpPr/>
          <p:nvPr/>
        </p:nvSpPr>
        <p:spPr>
          <a:xfrm>
            <a:off x="7665056" y="1940787"/>
            <a:ext cx="1574186" cy="1574186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5" name="TextBox 304">
            <a:extLst>
              <a:ext uri="{FF2B5EF4-FFF2-40B4-BE49-F238E27FC236}">
                <a16:creationId xmlns:a16="http://schemas.microsoft.com/office/drawing/2014/main" id="{180A2A0C-B094-EEEF-30D1-6D2F9A74DCC3}"/>
              </a:ext>
            </a:extLst>
          </p:cNvPr>
          <p:cNvSpPr txBox="1"/>
          <p:nvPr/>
        </p:nvSpPr>
        <p:spPr>
          <a:xfrm>
            <a:off x="1661646" y="2918891"/>
            <a:ext cx="505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>
                <a:solidFill>
                  <a:schemeClr val="accent3"/>
                </a:solidFill>
              </a:rPr>
              <a:t>1</a:t>
            </a:r>
            <a:endParaRPr lang="ko-KR" altLang="en-US" sz="2800" b="1">
              <a:solidFill>
                <a:schemeClr val="accent3"/>
              </a:solidFill>
            </a:endParaRPr>
          </a:p>
        </p:txBody>
      </p:sp>
      <p:sp>
        <p:nvSpPr>
          <p:cNvPr id="26" name="TextBox 305">
            <a:extLst>
              <a:ext uri="{FF2B5EF4-FFF2-40B4-BE49-F238E27FC236}">
                <a16:creationId xmlns:a16="http://schemas.microsoft.com/office/drawing/2014/main" id="{5D5691D9-14B7-FB6E-59C8-FF2F60520D2F}"/>
              </a:ext>
            </a:extLst>
          </p:cNvPr>
          <p:cNvSpPr txBox="1"/>
          <p:nvPr/>
        </p:nvSpPr>
        <p:spPr>
          <a:xfrm>
            <a:off x="4020651" y="2918891"/>
            <a:ext cx="505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>
                <a:solidFill>
                  <a:schemeClr val="accent3"/>
                </a:solidFill>
              </a:rPr>
              <a:t>2</a:t>
            </a:r>
            <a:endParaRPr lang="ko-KR" altLang="en-US" sz="2800" b="1">
              <a:solidFill>
                <a:schemeClr val="accent3"/>
              </a:solidFill>
            </a:endParaRPr>
          </a:p>
        </p:txBody>
      </p:sp>
      <p:sp>
        <p:nvSpPr>
          <p:cNvPr id="27" name="TextBox 306">
            <a:extLst>
              <a:ext uri="{FF2B5EF4-FFF2-40B4-BE49-F238E27FC236}">
                <a16:creationId xmlns:a16="http://schemas.microsoft.com/office/drawing/2014/main" id="{1EEE707E-A837-EDFB-A2B7-0DA1C3E462C1}"/>
              </a:ext>
            </a:extLst>
          </p:cNvPr>
          <p:cNvSpPr txBox="1"/>
          <p:nvPr/>
        </p:nvSpPr>
        <p:spPr>
          <a:xfrm>
            <a:off x="6405621" y="2918891"/>
            <a:ext cx="505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3"/>
                </a:solidFill>
              </a:rPr>
              <a:t>3</a:t>
            </a:r>
            <a:endParaRPr lang="ko-KR" altLang="en-US" sz="2800" b="1" dirty="0">
              <a:solidFill>
                <a:schemeClr val="accent3"/>
              </a:solidFill>
            </a:endParaRPr>
          </a:p>
        </p:txBody>
      </p:sp>
      <p:sp>
        <p:nvSpPr>
          <p:cNvPr id="28" name="TextBox 307">
            <a:extLst>
              <a:ext uri="{FF2B5EF4-FFF2-40B4-BE49-F238E27FC236}">
                <a16:creationId xmlns:a16="http://schemas.microsoft.com/office/drawing/2014/main" id="{425134F9-9578-43B9-56C0-0745A73EB542}"/>
              </a:ext>
            </a:extLst>
          </p:cNvPr>
          <p:cNvSpPr txBox="1"/>
          <p:nvPr/>
        </p:nvSpPr>
        <p:spPr>
          <a:xfrm>
            <a:off x="8718583" y="2918891"/>
            <a:ext cx="505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>
                <a:solidFill>
                  <a:schemeClr val="accent3"/>
                </a:solidFill>
              </a:rPr>
              <a:t>4</a:t>
            </a:r>
            <a:endParaRPr lang="ko-KR" altLang="en-US" sz="2800" b="1">
              <a:solidFill>
                <a:schemeClr val="accent3"/>
              </a:solidFill>
            </a:endParaRPr>
          </a:p>
        </p:txBody>
      </p:sp>
      <p:sp>
        <p:nvSpPr>
          <p:cNvPr id="29" name="TextBox 308">
            <a:extLst>
              <a:ext uri="{FF2B5EF4-FFF2-40B4-BE49-F238E27FC236}">
                <a16:creationId xmlns:a16="http://schemas.microsoft.com/office/drawing/2014/main" id="{EEA57E96-F4A2-2171-260C-8F00DD91D3B7}"/>
              </a:ext>
            </a:extLst>
          </p:cNvPr>
          <p:cNvSpPr txBox="1"/>
          <p:nvPr/>
        </p:nvSpPr>
        <p:spPr>
          <a:xfrm>
            <a:off x="753803" y="2420098"/>
            <a:ext cx="1160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Aderência Estratégica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3" name="TextBox 308">
            <a:extLst>
              <a:ext uri="{FF2B5EF4-FFF2-40B4-BE49-F238E27FC236}">
                <a16:creationId xmlns:a16="http://schemas.microsoft.com/office/drawing/2014/main" id="{FA280527-06BC-9F1F-1DDF-15072CD80472}"/>
              </a:ext>
            </a:extLst>
          </p:cNvPr>
          <p:cNvSpPr txBox="1"/>
          <p:nvPr/>
        </p:nvSpPr>
        <p:spPr>
          <a:xfrm>
            <a:off x="3105860" y="2422382"/>
            <a:ext cx="1160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Potencial de Mercado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4" name="TextBox 308">
            <a:extLst>
              <a:ext uri="{FF2B5EF4-FFF2-40B4-BE49-F238E27FC236}">
                <a16:creationId xmlns:a16="http://schemas.microsoft.com/office/drawing/2014/main" id="{BE54EA84-BC53-453D-20C7-F23543C6C9ED}"/>
              </a:ext>
            </a:extLst>
          </p:cNvPr>
          <p:cNvSpPr txBox="1"/>
          <p:nvPr/>
        </p:nvSpPr>
        <p:spPr>
          <a:xfrm>
            <a:off x="5477897" y="2435491"/>
            <a:ext cx="12750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Cenário Competitivo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" name="TextBox 308">
            <a:extLst>
              <a:ext uri="{FF2B5EF4-FFF2-40B4-BE49-F238E27FC236}">
                <a16:creationId xmlns:a16="http://schemas.microsoft.com/office/drawing/2014/main" id="{0C1E30B5-47EE-12EB-6CC9-53F7AA290B54}"/>
              </a:ext>
            </a:extLst>
          </p:cNvPr>
          <p:cNvSpPr txBox="1"/>
          <p:nvPr/>
        </p:nvSpPr>
        <p:spPr>
          <a:xfrm>
            <a:off x="7810740" y="2399379"/>
            <a:ext cx="1160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Abordagem Correta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" name="TextBox 308">
            <a:extLst>
              <a:ext uri="{FF2B5EF4-FFF2-40B4-BE49-F238E27FC236}">
                <a16:creationId xmlns:a16="http://schemas.microsoft.com/office/drawing/2014/main" id="{E13F61C0-8521-A2B0-BA13-B107D335DA18}"/>
              </a:ext>
            </a:extLst>
          </p:cNvPr>
          <p:cNvSpPr txBox="1"/>
          <p:nvPr/>
        </p:nvSpPr>
        <p:spPr>
          <a:xfrm>
            <a:off x="10055586" y="2435490"/>
            <a:ext cx="1160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ROI Atrativo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92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29F80C5-4778-80CD-FEEC-246E45CEA5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52213" y="6237312"/>
            <a:ext cx="839787" cy="620688"/>
          </a:xfrm>
        </p:spPr>
        <p:txBody>
          <a:bodyPr/>
          <a:lstStyle/>
          <a:p>
            <a:pPr>
              <a:spcAft>
                <a:spcPts val="600"/>
              </a:spcAft>
            </a:pPr>
            <a:fld id="{82366C92-DFCE-40A6-8CC1-5A4741E3726D}" type="slidenum">
              <a:rPr lang="en-GB" smtClean="0"/>
              <a:pPr>
                <a:spcAft>
                  <a:spcPts val="600"/>
                </a:spcAft>
              </a:pPr>
              <a:t>19</a:t>
            </a:fld>
            <a:endParaRPr lang="en-GB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27E2689-CE38-45AB-9EF8-2B100F274755}"/>
              </a:ext>
            </a:extLst>
          </p:cNvPr>
          <p:cNvSpPr txBox="1"/>
          <p:nvPr/>
        </p:nvSpPr>
        <p:spPr>
          <a:xfrm>
            <a:off x="839788" y="620688"/>
            <a:ext cx="7560468" cy="100495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 baseline="0">
                <a:solidFill>
                  <a:schemeClr val="tx2"/>
                </a:solidFill>
              </a:rPr>
              <a:t>Obrigado</a:t>
            </a:r>
          </a:p>
        </p:txBody>
      </p:sp>
      <p:pic>
        <p:nvPicPr>
          <p:cNvPr id="3" name="Picture 2" descr="Confinamento de gado: veja como fazer de maneira eficaz — CompreRural">
            <a:extLst>
              <a:ext uri="{FF2B5EF4-FFF2-40B4-BE49-F238E27FC236}">
                <a16:creationId xmlns:a16="http://schemas.microsoft.com/office/drawing/2014/main" id="{6802C605-735F-7CBF-AF55-9AA80A2795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53" r="-1" b="-1"/>
          <a:stretch/>
        </p:blipFill>
        <p:spPr bwMode="auto">
          <a:xfrm flipH="1">
            <a:off x="839788" y="1816139"/>
            <a:ext cx="7560468" cy="43525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2287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Nutreco Profile Presentation">
  <a:themeElements>
    <a:clrScheme name="Nutreco">
      <a:dk1>
        <a:srgbClr val="646363"/>
      </a:dk1>
      <a:lt1>
        <a:srgbClr val="FFFFFF"/>
      </a:lt1>
      <a:dk2>
        <a:srgbClr val="13367C"/>
      </a:dk2>
      <a:lt2>
        <a:srgbClr val="DEDEE0"/>
      </a:lt2>
      <a:accent1>
        <a:srgbClr val="C70C6F"/>
      </a:accent1>
      <a:accent2>
        <a:srgbClr val="CDD500"/>
      </a:accent2>
      <a:accent3>
        <a:srgbClr val="00ACA9"/>
      </a:accent3>
      <a:accent4>
        <a:srgbClr val="EB6109"/>
      </a:accent4>
      <a:accent5>
        <a:srgbClr val="C81530"/>
      </a:accent5>
      <a:accent6>
        <a:srgbClr val="9D9D9C"/>
      </a:accent6>
      <a:hlink>
        <a:srgbClr val="13367C"/>
      </a:hlink>
      <a:folHlink>
        <a:srgbClr val="D89243"/>
      </a:folHlink>
    </a:clrScheme>
    <a:fontScheme name="Nutrec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utreco template_v06_Magenta" id="{34CBE06B-9515-3744-954A-788BC283944A}" vid="{8AC8CC4A-C0B7-8B41-8365-49EE8DEEAC84}"/>
    </a:ext>
  </a:extLst>
</a:theme>
</file>

<file path=ppt/theme/theme2.xml><?xml version="1.0" encoding="utf-8"?>
<a:theme xmlns:a="http://schemas.openxmlformats.org/drawingml/2006/main" name="1_Nutreco Profile Presentation">
  <a:themeElements>
    <a:clrScheme name="Nutreco">
      <a:dk1>
        <a:srgbClr val="646363"/>
      </a:dk1>
      <a:lt1>
        <a:srgbClr val="FFFFFF"/>
      </a:lt1>
      <a:dk2>
        <a:srgbClr val="13367C"/>
      </a:dk2>
      <a:lt2>
        <a:srgbClr val="DEDEE0"/>
      </a:lt2>
      <a:accent1>
        <a:srgbClr val="C70C6F"/>
      </a:accent1>
      <a:accent2>
        <a:srgbClr val="CDD500"/>
      </a:accent2>
      <a:accent3>
        <a:srgbClr val="00ACA9"/>
      </a:accent3>
      <a:accent4>
        <a:srgbClr val="EB6109"/>
      </a:accent4>
      <a:accent5>
        <a:srgbClr val="C81530"/>
      </a:accent5>
      <a:accent6>
        <a:srgbClr val="9D9D9C"/>
      </a:accent6>
      <a:hlink>
        <a:srgbClr val="13367C"/>
      </a:hlink>
      <a:folHlink>
        <a:srgbClr val="D89243"/>
      </a:folHlink>
    </a:clrScheme>
    <a:fontScheme name="Nutrec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69_Magenta.potx" id="{1251F1B1-C5C5-4668-9C6A-BA8E2C3FF30A}" vid="{B7C176E8-8817-4A61-BF0C-9B9AB8BC5A32}"/>
    </a:ext>
  </a:extLst>
</a:theme>
</file>

<file path=ppt/theme/theme3.xml><?xml version="1.0" encoding="utf-8"?>
<a:theme xmlns:a="http://schemas.openxmlformats.org/drawingml/2006/main" name="2_Nutreco Profile Presentation">
  <a:themeElements>
    <a:clrScheme name="RB_Blue">
      <a:dk1>
        <a:srgbClr val="000000"/>
      </a:dk1>
      <a:lt1>
        <a:srgbClr val="FFFFFF"/>
      </a:lt1>
      <a:dk2>
        <a:srgbClr val="8D9399"/>
      </a:dk2>
      <a:lt2>
        <a:srgbClr val="00AAC9"/>
      </a:lt2>
      <a:accent1>
        <a:srgbClr val="FFFFFF"/>
      </a:accent1>
      <a:accent2>
        <a:srgbClr val="DEE0E3"/>
      </a:accent2>
      <a:accent3>
        <a:srgbClr val="8D9399"/>
      </a:accent3>
      <a:accent4>
        <a:srgbClr val="85CEDF"/>
      </a:accent4>
      <a:accent5>
        <a:srgbClr val="96AECA"/>
      </a:accent5>
      <a:accent6>
        <a:srgbClr val="156C9C"/>
      </a:accent6>
      <a:hlink>
        <a:srgbClr val="8D9399"/>
      </a:hlink>
      <a:folHlink>
        <a:srgbClr val="96AECA"/>
      </a:folHlink>
    </a:clrScheme>
    <a:fontScheme name="Nutrec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69.potx" id="{B75A97EF-5FD6-4FA6-84E9-E5ADB71B3EC9}" vid="{A12401FF-B0F6-4141-8CBC-4F620FDFCD24}"/>
    </a:ext>
  </a:extLst>
</a:theme>
</file>

<file path=ppt/theme/theme4.xml><?xml version="1.0" encoding="utf-8"?>
<a:theme xmlns:a="http://schemas.openxmlformats.org/drawingml/2006/main" name="3_Nutreco Profile Presentation">
  <a:themeElements>
    <a:clrScheme name="Nutreco">
      <a:dk1>
        <a:srgbClr val="646363"/>
      </a:dk1>
      <a:lt1>
        <a:srgbClr val="FFFFFF"/>
      </a:lt1>
      <a:dk2>
        <a:srgbClr val="13367C"/>
      </a:dk2>
      <a:lt2>
        <a:srgbClr val="DEDEE0"/>
      </a:lt2>
      <a:accent1>
        <a:srgbClr val="C70C6F"/>
      </a:accent1>
      <a:accent2>
        <a:srgbClr val="CDD500"/>
      </a:accent2>
      <a:accent3>
        <a:srgbClr val="00ACA9"/>
      </a:accent3>
      <a:accent4>
        <a:srgbClr val="EB6109"/>
      </a:accent4>
      <a:accent5>
        <a:srgbClr val="C81530"/>
      </a:accent5>
      <a:accent6>
        <a:srgbClr val="9D9D9C"/>
      </a:accent6>
      <a:hlink>
        <a:srgbClr val="13367C"/>
      </a:hlink>
      <a:folHlink>
        <a:srgbClr val="D89243"/>
      </a:folHlink>
    </a:clrScheme>
    <a:fontScheme name="Nutrec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utreco template_v06_Magenta" id="{34CBE06B-9515-3744-954A-788BC283944A}" vid="{8AC8CC4A-C0B7-8B41-8365-49EE8DEEAC84}"/>
    </a:ext>
  </a:extLst>
</a:theme>
</file>

<file path=ppt/theme/theme5.xml><?xml version="1.0" encoding="utf-8"?>
<a:theme xmlns:a="http://schemas.openxmlformats.org/drawingml/2006/main" name="4_Nutreco Profile Presentation">
  <a:themeElements>
    <a:clrScheme name="Nutreco">
      <a:dk1>
        <a:srgbClr val="646363"/>
      </a:dk1>
      <a:lt1>
        <a:srgbClr val="FFFFFF"/>
      </a:lt1>
      <a:dk2>
        <a:srgbClr val="13367C"/>
      </a:dk2>
      <a:lt2>
        <a:srgbClr val="DEDEE0"/>
      </a:lt2>
      <a:accent1>
        <a:srgbClr val="C70C6F"/>
      </a:accent1>
      <a:accent2>
        <a:srgbClr val="CDD500"/>
      </a:accent2>
      <a:accent3>
        <a:srgbClr val="00ACA9"/>
      </a:accent3>
      <a:accent4>
        <a:srgbClr val="EB6109"/>
      </a:accent4>
      <a:accent5>
        <a:srgbClr val="C81530"/>
      </a:accent5>
      <a:accent6>
        <a:srgbClr val="9D9D9C"/>
      </a:accent6>
      <a:hlink>
        <a:srgbClr val="13367C"/>
      </a:hlink>
      <a:folHlink>
        <a:srgbClr val="D89243"/>
      </a:folHlink>
    </a:clrScheme>
    <a:fontScheme name="Nutrec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69_Magenta.potx" id="{C71E826A-C15C-47E1-847F-19710572297F}" vid="{CB4089A6-6892-47EE-928C-24BD36EB4F7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87db965-eb3f-43f9-aee2-12d84f800517">
      <Terms xmlns="http://schemas.microsoft.com/office/infopath/2007/PartnerControls"/>
    </lcf76f155ced4ddcb4097134ff3c332f>
    <TaxCatchAll xmlns="b4578225-7978-41f0-a147-15f31e2825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6D5B79D357424AAC32B6A922711246" ma:contentTypeVersion="15" ma:contentTypeDescription="Create a new document." ma:contentTypeScope="" ma:versionID="732c72f9869ac9af62b5cd83acc5d395">
  <xsd:schema xmlns:xsd="http://www.w3.org/2001/XMLSchema" xmlns:xs="http://www.w3.org/2001/XMLSchema" xmlns:p="http://schemas.microsoft.com/office/2006/metadata/properties" xmlns:ns2="787db965-eb3f-43f9-aee2-12d84f800517" xmlns:ns3="b4578225-7978-41f0-a147-15f31e282524" targetNamespace="http://schemas.microsoft.com/office/2006/metadata/properties" ma:root="true" ma:fieldsID="2aca3813c647d3cc4d38520c8e62d7af" ns2:_="" ns3:_="">
    <xsd:import namespace="787db965-eb3f-43f9-aee2-12d84f800517"/>
    <xsd:import namespace="b4578225-7978-41f0-a147-15f31e2825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7db965-eb3f-43f9-aee2-12d84f8005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5395a1e0-d6cd-42d2-b535-e83eeafae7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78225-7978-41f0-a147-15f31e282524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e3644e7b-8a05-45b1-961b-67617effb3e2}" ma:internalName="TaxCatchAll" ma:showField="CatchAllData" ma:web="b4578225-7978-41f0-a147-15f31e2825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CC157B-4FB0-47C9-A4F6-0C2A22D5DB74}">
  <ds:schemaRefs>
    <ds:schemaRef ds:uri="http://www.w3.org/XML/1998/namespace"/>
    <ds:schemaRef ds:uri="http://purl.org/dc/terms/"/>
    <ds:schemaRef ds:uri="b4578225-7978-41f0-a147-15f31e282524"/>
    <ds:schemaRef ds:uri="http://schemas.microsoft.com/office/2006/metadata/properties"/>
    <ds:schemaRef ds:uri="http://purl.org/dc/elements/1.1/"/>
    <ds:schemaRef ds:uri="787db965-eb3f-43f9-aee2-12d84f8005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6834E77-5FAE-4430-A754-9DCA007D38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F72DE8-7160-478E-A2D6-8CF8D44B57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7db965-eb3f-43f9-aee2-12d84f800517"/>
    <ds:schemaRef ds:uri="b4578225-7978-41f0-a147-15f31e2825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 Slide</Template>
  <TotalTime>247</TotalTime>
  <Words>1910</Words>
  <Application>Microsoft Office PowerPoint</Application>
  <PresentationFormat>Widescreen</PresentationFormat>
  <Paragraphs>405</Paragraphs>
  <Slides>19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5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Nutreco Profile Presentation</vt:lpstr>
      <vt:lpstr>1_Nutreco Profile Presentation</vt:lpstr>
      <vt:lpstr>2_Nutreco Profile Presentation</vt:lpstr>
      <vt:lpstr>3_Nutreco Profile Presentation</vt:lpstr>
      <vt:lpstr>4_Nutreco Profile Presentation</vt:lpstr>
      <vt:lpstr>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 SLM - Strategy Dec 21</dc:title>
  <dc:creator>John O'Neill</dc:creator>
  <cp:keywords>strategy</cp:keywords>
  <cp:lastModifiedBy>Flavio Quaresma</cp:lastModifiedBy>
  <cp:revision>6</cp:revision>
  <dcterms:created xsi:type="dcterms:W3CDTF">2021-07-07T07:29:28Z</dcterms:created>
  <dcterms:modified xsi:type="dcterms:W3CDTF">2026-10-13T17:29:58Z</dcterms:modified>
  <dc:languag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_Version">
    <vt:lpwstr>N2017</vt:lpwstr>
  </property>
  <property fmtid="{D5CDD505-2E9C-101B-9397-08002B2CF9AE}" pid="3" name="do_Type">
    <vt:lpwstr>Presentation</vt:lpwstr>
  </property>
  <property fmtid="{D5CDD505-2E9C-101B-9397-08002B2CF9AE}" pid="4" name="do_CompanyProduct">
    <vt:lpwstr>Nutreco</vt:lpwstr>
  </property>
  <property fmtid="{D5CDD505-2E9C-101B-9397-08002B2CF9AE}" pid="5" name="opt16">
    <vt:lpwstr>True</vt:lpwstr>
  </property>
  <property fmtid="{D5CDD505-2E9C-101B-9397-08002B2CF9AE}" pid="6" name="opt4">
    <vt:lpwstr>False</vt:lpwstr>
  </property>
  <property fmtid="{D5CDD505-2E9C-101B-9397-08002B2CF9AE}" pid="7" name="cboColor">
    <vt:lpwstr>Blue</vt:lpwstr>
  </property>
  <property fmtid="{D5CDD505-2E9C-101B-9397-08002B2CF9AE}" pid="8" name="cboCompany">
    <vt:lpwstr>Nutreco</vt:lpwstr>
  </property>
  <property fmtid="{D5CDD505-2E9C-101B-9397-08002B2CF9AE}" pid="9" name="txtName">
    <vt:lpwstr/>
  </property>
  <property fmtid="{D5CDD505-2E9C-101B-9397-08002B2CF9AE}" pid="10" name="txtLocation">
    <vt:lpwstr/>
  </property>
  <property fmtid="{D5CDD505-2E9C-101B-9397-08002B2CF9AE}" pid="11" name="txtDate">
    <vt:lpwstr>23 juni 2020</vt:lpwstr>
  </property>
  <property fmtid="{D5CDD505-2E9C-101B-9397-08002B2CF9AE}" pid="12" name="txtTitle">
    <vt:lpwstr/>
  </property>
  <property fmtid="{D5CDD505-2E9C-101B-9397-08002B2CF9AE}" pid="13" name="Thankyou">
    <vt:lpwstr>Thank you</vt:lpwstr>
  </property>
  <property fmtid="{D5CDD505-2E9C-101B-9397-08002B2CF9AE}" pid="14" name="ComplianceAssetId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MediaServiceImageTags">
    <vt:lpwstr/>
  </property>
  <property fmtid="{D5CDD505-2E9C-101B-9397-08002B2CF9AE}" pid="18" name="ContentTypeId">
    <vt:lpwstr>0x010100B86D5B79D357424AAC32B6A922711246</vt:lpwstr>
  </property>
  <property fmtid="{D5CDD505-2E9C-101B-9397-08002B2CF9AE}" pid="19" name="MSIP_Label_6c59e269-9c5f-4099-8773-57606129b7d5_Enabled">
    <vt:lpwstr>true</vt:lpwstr>
  </property>
  <property fmtid="{D5CDD505-2E9C-101B-9397-08002B2CF9AE}" pid="20" name="MSIP_Label_6c59e269-9c5f-4099-8773-57606129b7d5_SetDate">
    <vt:lpwstr>2025-12-26T20:44:57Z</vt:lpwstr>
  </property>
  <property fmtid="{D5CDD505-2E9C-101B-9397-08002B2CF9AE}" pid="21" name="MSIP_Label_6c59e269-9c5f-4099-8773-57606129b7d5_Method">
    <vt:lpwstr>Standard</vt:lpwstr>
  </property>
  <property fmtid="{D5CDD505-2E9C-101B-9397-08002B2CF9AE}" pid="22" name="MSIP_Label_6c59e269-9c5f-4099-8773-57606129b7d5_Name">
    <vt:lpwstr>Internal</vt:lpwstr>
  </property>
  <property fmtid="{D5CDD505-2E9C-101B-9397-08002B2CF9AE}" pid="23" name="MSIP_Label_6c59e269-9c5f-4099-8773-57606129b7d5_SiteId">
    <vt:lpwstr>aaace049-6505-453e-94a3-c70dcacf2984</vt:lpwstr>
  </property>
  <property fmtid="{D5CDD505-2E9C-101B-9397-08002B2CF9AE}" pid="24" name="MSIP_Label_6c59e269-9c5f-4099-8773-57606129b7d5_ActionId">
    <vt:lpwstr>cb491f70-04bb-4905-9f45-2be769bfe297</vt:lpwstr>
  </property>
  <property fmtid="{D5CDD505-2E9C-101B-9397-08002B2CF9AE}" pid="25" name="MSIP_Label_6c59e269-9c5f-4099-8773-57606129b7d5_ContentBits">
    <vt:lpwstr>0</vt:lpwstr>
  </property>
  <property fmtid="{D5CDD505-2E9C-101B-9397-08002B2CF9AE}" pid="26" name="MSIP_Label_6c59e269-9c5f-4099-8773-57606129b7d5_Tag">
    <vt:lpwstr>10, 3, 0, 2</vt:lpwstr>
  </property>
</Properties>
</file>