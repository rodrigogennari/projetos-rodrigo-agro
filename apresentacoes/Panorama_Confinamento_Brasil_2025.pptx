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 principal: Censo de Confinamento 2025 da dsm-firmenich, divulgado em fevereiro de 2026 (9,25 milhões de cabeças, 2.445 propriedades, 1.095 municípios, 100 maiores com 45% das cabeças; MT 2,2 mi, SP 1,4, GO 1,4, MS 0,9, MG 0,8). 'Outros' = 9,25 menos a soma dos 5 estados. O número de 1.131 propriedades abaixo de 1.000 cabeças vem de reportagem sobre o mesmo censo (CompreRural): confirmar no relatório completo. A faixa do meio (cerca de 1.200; exatamente 1.214) é calculada: 2.445 menos 1.131 menos 100. O censo mapeia propriedades monitoradas, não é a contagem de todos os confinamentos do país. Bioma: não há tabela pública por bioma; o Cerrado é inferência pela concentração no Centro-Oeste, MG e SP. Embrapa (Censos 2006 e 2017): o número de estabelecimentos com confinamento cresceu cerca de 145% e aumentou em todos os biomas.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Estimativa de 'menos de 10% das cabeças': 1.131 propriedades com média hipotética de 500 cabeças dão cerca de 0,57 milhão, ou 6% de 9,25 milhões. É uma conta nossa, não dado do censo. Dados de 2024 (dsm-firmenich): confinamentos acima de 10 mil cabeças passaram de 53,9% para 58,7% das cabeças; abaixo de 10 mil ficaram em 3,3 milhões. Embrapa Pecuária Sudeste: estudos com 184 confinamentos (2023) e 130 confinamentos (2024) mostram que escala, escolaridade e consultoria aumentam a adoção de tecnologia digital; adotantes de software têm eficiência técnica maior (114 confinamentos). A indicação do vagão a partir de cerca de 200 cabeças vem de publicação técnica antiga da Embrapa sobre confinamento de bovinos.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Raio-X do confinamento no Brasil (2025)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cresce rápido e se concentra nos grandes, mas a maioria das fazendas ainda é pequena.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dsm-firmenich, Censo de Confinamento 2025 (fev/2026) e 2024; Embrapa Pecuária Sudeste (2023; 2024); Embrapa, Censos Agropecuários 2006 e 2017.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188720"/>
            <a:ext cx="54864" cy="91440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9,25 mi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1792" y="16459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confinadas em 2025, alta de 16% sobre 2024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212848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2212848"/>
            <a:ext cx="54864" cy="914400"/>
          </a:xfrm>
          <a:prstGeom prst="rect">
            <a:avLst/>
          </a:prstGeom>
          <a:solidFill>
            <a:srgbClr val="26668F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286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21792" y="26700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mapeadas em 1.095 municípios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3236976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3236976"/>
            <a:ext cx="54864" cy="914400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33101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21792" y="36941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cabeças estão nos 100 maiores confinamentos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97480" y="1115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por porte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566160" y="1389888"/>
            <a:ext cx="1371600" cy="73152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21" name="Text 18"/>
          <p:cNvSpPr/>
          <p:nvPr/>
        </p:nvSpPr>
        <p:spPr>
          <a:xfrm>
            <a:off x="356616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maiores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6616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das cabeças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108960" y="2176272"/>
            <a:ext cx="2286000" cy="731520"/>
          </a:xfrm>
          <a:prstGeom prst="rect">
            <a:avLst/>
          </a:prstGeom>
          <a:solidFill>
            <a:srgbClr val="26668F"/>
          </a:solidFill>
          <a:ln/>
        </p:spPr>
      </p:sp>
      <p:sp>
        <p:nvSpPr>
          <p:cNvPr id="24" name="Text 21"/>
          <p:cNvSpPr/>
          <p:nvPr/>
        </p:nvSpPr>
        <p:spPr>
          <a:xfrm>
            <a:off x="310896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1.200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10896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cabeças ou mais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697480" y="2962656"/>
            <a:ext cx="3108960" cy="731520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27" name="Text 24"/>
          <p:cNvSpPr/>
          <p:nvPr/>
        </p:nvSpPr>
        <p:spPr>
          <a:xfrm>
            <a:off x="2697480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1.131 propriedades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69748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1.000 cabeças (46%)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697480" y="3822192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C5D300"/>
          </a:solidFill>
          <a:ln/>
        </p:spPr>
      </p:sp>
      <p:sp>
        <p:nvSpPr>
          <p:cNvPr id="30" name="Text 27"/>
          <p:cNvSpPr/>
          <p:nvPr/>
        </p:nvSpPr>
        <p:spPr>
          <a:xfrm>
            <a:off x="269748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do TN Manager Web: 200 a 2.000 cabeças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03504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confinadas por estado (milhões)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0350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83680" y="1444752"/>
            <a:ext cx="1470074" cy="219456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34" name="Text 31"/>
          <p:cNvSpPr/>
          <p:nvPr/>
        </p:nvSpPr>
        <p:spPr>
          <a:xfrm>
            <a:off x="8099474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03504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83680" y="1810512"/>
            <a:ext cx="935502" cy="219456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37" name="Text 34"/>
          <p:cNvSpPr/>
          <p:nvPr/>
        </p:nvSpPr>
        <p:spPr>
          <a:xfrm>
            <a:off x="7564902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03504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583680" y="2176272"/>
            <a:ext cx="935502" cy="219456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40" name="Text 37"/>
          <p:cNvSpPr/>
          <p:nvPr/>
        </p:nvSpPr>
        <p:spPr>
          <a:xfrm>
            <a:off x="756490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3504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583680" y="2542032"/>
            <a:ext cx="601394" cy="219456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43" name="Text 40"/>
          <p:cNvSpPr/>
          <p:nvPr/>
        </p:nvSpPr>
        <p:spPr>
          <a:xfrm>
            <a:off x="7230794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03504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583680" y="2907792"/>
            <a:ext cx="534572" cy="219456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46" name="Text 43"/>
          <p:cNvSpPr/>
          <p:nvPr/>
        </p:nvSpPr>
        <p:spPr>
          <a:xfrm>
            <a:off x="7163972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03504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583680" y="3273552"/>
            <a:ext cx="1703949" cy="21945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9" name="Text 46"/>
          <p:cNvSpPr/>
          <p:nvPr/>
        </p:nvSpPr>
        <p:spPr>
          <a:xfrm>
            <a:off x="8333349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035040" y="3675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estados somam 72%. Centro-Oeste e o bioma Cerrado concentram a maior parte.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no caminho certo?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com uma ressalva: o público é o maior em número de fazendas, mas pequeno em volume de cabeças.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dsm-firmenich, Censo de Confinamento 2025 (fev/2026) e 2024; Embrapa Pecuária Sudeste (2023; 2024); Embrapa, Censos Agropecuários 2006 e 2017.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2606040" cy="384048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14300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confirmam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527048"/>
            <a:ext cx="2606040" cy="213055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" y="1618488"/>
            <a:ext cx="24414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com menos de 1.000 cabeças são o maior grupo: 1.131 propriedades, cerca de 46% do total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grandes já estão concentrados e disputados: os 100 maiores têm 45% das cabeças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digital cresce com escala e consultoria (Embrapa): o pequeno fica sem ferramenta, e o técnico TN é o elo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Embrapa indica que o vagão forrageiro se justifica a partir de cerca de 200 cabeças: coerente com o nosso piso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606040" cy="384048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2" name="Text 9"/>
          <p:cNvSpPr/>
          <p:nvPr/>
        </p:nvSpPr>
        <p:spPr>
          <a:xfrm>
            <a:off x="3355848" y="114300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pede cuidado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527048"/>
            <a:ext cx="2606040" cy="213055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1"/>
          <p:cNvSpPr/>
          <p:nvPr/>
        </p:nvSpPr>
        <p:spPr>
          <a:xfrm>
            <a:off x="3319272" y="1618488"/>
            <a:ext cx="24414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volume, o pequeno pesa pouco: estimamos menos de 10% das cabeças confinadas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de 10 mil cabeças o volume ficou estável em 2024 (3,3 mi), enquanto os grandes cresceram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vem do número de fazendas e da fidelização, não do Sales Profit por cliente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1143000"/>
            <a:ext cx="2606040" cy="384048"/>
          </a:xfrm>
          <a:prstGeom prst="rect">
            <a:avLst/>
          </a:prstGeom>
          <a:solidFill>
            <a:srgbClr val="26668F"/>
          </a:solidFill>
          <a:ln/>
        </p:spPr>
      </p:sp>
      <p:sp>
        <p:nvSpPr>
          <p:cNvPr id="16" name="Text 13"/>
          <p:cNvSpPr/>
          <p:nvPr/>
        </p:nvSpPr>
        <p:spPr>
          <a:xfrm>
            <a:off x="6144768" y="114300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sabemos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1527048"/>
            <a:ext cx="2606040" cy="213055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5"/>
          <p:cNvSpPr/>
          <p:nvPr/>
        </p:nvSpPr>
        <p:spPr>
          <a:xfrm>
            <a:off x="6108192" y="1618488"/>
            <a:ext cx="24414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nacional de confinamentos com automação: não há dado público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total de confinamentos do país: o censo mapeia 2.445; o IBGE (Censo Agro 2017) é a única contagem universal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 1.000 a 2.000 cabeças e distribuição por bioma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com 30 fazendas preenche essas lacunas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8229600" cy="530352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37490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público de 200 a 2.000 cabeças é o maior em número de fazendas e o menos atendido. O caso se sustenta com custo baixo por cliente e escala de fazendas.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Panorama do Confinamento no Brasil</dc:title>
  <dc:subject>PptxGenJS Presentation</dc:subject>
  <dc:creator>Rodrigo Gennari</dc:creator>
  <cp:lastModifiedBy>Rodrigo Gennari</cp:lastModifiedBy>
  <cp:revision>1</cp:revision>
  <dcterms:created xsi:type="dcterms:W3CDTF">2026-10-16T18:47:52Z</dcterms:created>
  <dcterms:modified xsi:type="dcterms:W3CDTF">2026-10-16T18:47:52Z</dcterms:modified>
</cp:coreProperties>
</file>