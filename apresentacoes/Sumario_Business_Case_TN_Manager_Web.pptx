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TN Manager Web: o que vamos ver hoje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34440"/>
            <a:ext cx="420624" cy="420624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15568" y="121615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5568" y="14630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recomendação em uma página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56232"/>
            <a:ext cx="420624" cy="420624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15568" y="1837944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Estratégica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0848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projeto atende as prioridades da Trouw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478024"/>
            <a:ext cx="420624" cy="420624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478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15568" y="2459736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do confinamento no Brasil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15568" y="270662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2025 e onde está o nosso público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3099816"/>
            <a:ext cx="420624" cy="420624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15568" y="3081528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nosso Target Customer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5568" y="332841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 de 200 a 2.000 cabeças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3721608"/>
            <a:ext cx="420624" cy="420624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15568" y="3703320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da v1.0 para a v2.0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5568" y="395020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2023 para o novo modelo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1234440"/>
            <a:ext cx="420624" cy="420624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26" name="Text 23"/>
          <p:cNvSpPr/>
          <p:nvPr/>
        </p:nvSpPr>
        <p:spPr>
          <a:xfrm>
            <a:off x="470916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276088" y="121615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276088" y="14630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confinador ganha com o TN Manager Web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09160" y="1856232"/>
            <a:ext cx="420624" cy="420624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30" name="Text 27"/>
          <p:cNvSpPr/>
          <p:nvPr/>
        </p:nvSpPr>
        <p:spPr>
          <a:xfrm>
            <a:off x="470916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276088" y="1837944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do MVP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276088" y="20848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 na primeira versão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09160" y="2478024"/>
            <a:ext cx="420624" cy="420624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34" name="Text 31"/>
          <p:cNvSpPr/>
          <p:nvPr/>
        </p:nvSpPr>
        <p:spPr>
          <a:xfrm>
            <a:off x="4709160" y="2478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276088" y="2459736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Alvo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276088" y="270662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produto evolui por etapas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709160" y="3099816"/>
            <a:ext cx="420624" cy="420624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38" name="Text 35"/>
          <p:cNvSpPr/>
          <p:nvPr/>
        </p:nvSpPr>
        <p:spPr>
          <a:xfrm>
            <a:off x="4709160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5276088" y="3081528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276088" y="332841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chegamos às fazendas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709160" y="3721608"/>
            <a:ext cx="420624" cy="420624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42" name="Text 39"/>
          <p:cNvSpPr/>
          <p:nvPr/>
        </p:nvSpPr>
        <p:spPr>
          <a:xfrm>
            <a:off x="4709160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5276088" y="3703320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e decisões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276088" y="395020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aprovar hoje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0" y="1234440"/>
            <a:ext cx="914" cy="283464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Sumário Business Case TN Manager Web</dc:title>
  <dc:subject>PptxGenJS Presentation</dc:subject>
  <dc:creator>Rodrigo Gennari</dc:creator>
  <cp:lastModifiedBy>Rodrigo Gennari</cp:lastModifiedBy>
  <cp:revision>1</cp:revision>
  <dcterms:created xsi:type="dcterms:W3CDTF">2026-10-20T17:59:44Z</dcterms:created>
  <dcterms:modified xsi:type="dcterms:W3CDTF">2026-10-20T17:59:44Z</dcterms:modified>
</cp:coreProperties>
</file>